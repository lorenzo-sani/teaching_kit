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2"/>
    <p:sldMasterId id="2147483667" r:id="rId3"/>
  </p:sldMasterIdLst>
  <p:notesMasterIdLst>
    <p:notesMasterId r:id="rId10"/>
  </p:notesMasterIdLst>
  <p:handoutMasterIdLst>
    <p:handoutMasterId r:id="rId11"/>
  </p:handoutMasterIdLst>
  <p:sldIdLst>
    <p:sldId id="538" r:id="rId4"/>
    <p:sldId id="388" r:id="rId5"/>
    <p:sldId id="387" r:id="rId6"/>
    <p:sldId id="533" r:id="rId7"/>
    <p:sldId id="399" r:id="rId8"/>
    <p:sldId id="39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4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5D92DE-72E4-4D68-B56B-40DF2E933B83}" type="doc">
      <dgm:prSet loTypeId="urn:microsoft.com/office/officeart/2005/8/layout/hierarchy2" loCatId="hierarchy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E9E5FC0E-0231-41F0-BE41-1C81A39C8463}">
      <dgm:prSet phldrT="[Text]" custT="1"/>
      <dgm:spPr>
        <a:solidFill>
          <a:schemeClr val="bg1"/>
        </a:solidFill>
      </dgm:spPr>
      <dgm:t>
        <a:bodyPr/>
        <a:lstStyle/>
        <a:p>
          <a:r>
            <a:rPr lang="en-GB" sz="2000" b="1" dirty="0" smtClean="0"/>
            <a:t>MODELLING TOOLS</a:t>
          </a:r>
          <a:endParaRPr lang="en-GB" sz="2000" b="1" dirty="0"/>
        </a:p>
      </dgm:t>
    </dgm:pt>
    <dgm:pt modelId="{F6E81E7F-EFC0-413C-9B46-68902DA903F0}" type="parTrans" cxnId="{BA5995A6-5B3C-49CB-AD34-4DE306615216}">
      <dgm:prSet/>
      <dgm:spPr/>
      <dgm:t>
        <a:bodyPr/>
        <a:lstStyle/>
        <a:p>
          <a:endParaRPr lang="en-GB" sz="2000" dirty="0"/>
        </a:p>
      </dgm:t>
    </dgm:pt>
    <dgm:pt modelId="{9E787EDF-83C8-4408-94E8-F1EF7E929A92}" type="sibTrans" cxnId="{BA5995A6-5B3C-49CB-AD34-4DE306615216}">
      <dgm:prSet/>
      <dgm:spPr/>
      <dgm:t>
        <a:bodyPr/>
        <a:lstStyle/>
        <a:p>
          <a:endParaRPr lang="en-GB" sz="2000" dirty="0"/>
        </a:p>
      </dgm:t>
    </dgm:pt>
    <dgm:pt modelId="{7545817E-32B6-40FE-A835-83DD4B2374E8}">
      <dgm:prSet phldrT="[Text]" custT="1"/>
      <dgm:spPr>
        <a:solidFill>
          <a:srgbClr val="DEE4EE"/>
        </a:solidFill>
      </dgm:spPr>
      <dgm:t>
        <a:bodyPr/>
        <a:lstStyle/>
        <a:p>
          <a:r>
            <a:rPr lang="en-GB" sz="2000" b="1" dirty="0" smtClean="0"/>
            <a:t>TOP-DOWN</a:t>
          </a:r>
          <a:endParaRPr lang="en-GB" sz="2000" b="1" dirty="0"/>
        </a:p>
      </dgm:t>
    </dgm:pt>
    <dgm:pt modelId="{1EC0EA96-2EEB-408C-9700-BB75698A84A3}" type="parTrans" cxnId="{03E50BAC-AB5E-4547-869F-166680C803C1}">
      <dgm:prSet custT="1"/>
      <dgm:spPr/>
      <dgm:t>
        <a:bodyPr/>
        <a:lstStyle/>
        <a:p>
          <a:endParaRPr lang="en-GB" sz="2000" dirty="0"/>
        </a:p>
      </dgm:t>
    </dgm:pt>
    <dgm:pt modelId="{84ECBF4B-B709-4AB7-BE37-F01E075B0323}" type="sibTrans" cxnId="{03E50BAC-AB5E-4547-869F-166680C803C1}">
      <dgm:prSet/>
      <dgm:spPr/>
      <dgm:t>
        <a:bodyPr/>
        <a:lstStyle/>
        <a:p>
          <a:endParaRPr lang="en-GB" sz="2000" dirty="0"/>
        </a:p>
      </dgm:t>
    </dgm:pt>
    <dgm:pt modelId="{0E433D7D-4385-4185-8693-13E1A74E7F02}">
      <dgm:prSet phldrT="[Text]" custT="1"/>
      <dgm:spPr>
        <a:solidFill>
          <a:srgbClr val="DEE4EE"/>
        </a:solidFill>
      </dgm:spPr>
      <dgm:t>
        <a:bodyPr/>
        <a:lstStyle/>
        <a:p>
          <a:r>
            <a:rPr lang="en-GB" sz="2000" dirty="0" smtClean="0"/>
            <a:t>ECONOMETRIC</a:t>
          </a:r>
          <a:endParaRPr lang="en-GB" sz="2000" dirty="0"/>
        </a:p>
      </dgm:t>
    </dgm:pt>
    <dgm:pt modelId="{A457A750-E402-4C7D-AA14-27878FD98DB0}" type="parTrans" cxnId="{9F552A31-045E-4ED4-9BB3-5B9A8A284113}">
      <dgm:prSet custT="1"/>
      <dgm:spPr/>
      <dgm:t>
        <a:bodyPr/>
        <a:lstStyle/>
        <a:p>
          <a:endParaRPr lang="en-GB" sz="2000" dirty="0"/>
        </a:p>
      </dgm:t>
    </dgm:pt>
    <dgm:pt modelId="{8108FE9E-87E9-49A2-A1E1-3B391F03A03D}" type="sibTrans" cxnId="{9F552A31-045E-4ED4-9BB3-5B9A8A284113}">
      <dgm:prSet/>
      <dgm:spPr/>
      <dgm:t>
        <a:bodyPr/>
        <a:lstStyle/>
        <a:p>
          <a:endParaRPr lang="en-GB" sz="2000" dirty="0"/>
        </a:p>
      </dgm:t>
    </dgm:pt>
    <dgm:pt modelId="{319EED76-B84B-448E-BFAD-D0AC2190D596}">
      <dgm:prSet phldrT="[Text]" custT="1"/>
      <dgm:spPr>
        <a:solidFill>
          <a:srgbClr val="DEE4EE"/>
        </a:solidFill>
      </dgm:spPr>
      <dgm:t>
        <a:bodyPr/>
        <a:lstStyle/>
        <a:p>
          <a:r>
            <a:rPr lang="en-GB" sz="2000" dirty="0" smtClean="0"/>
            <a:t>INPUT/OUTPUT</a:t>
          </a:r>
          <a:endParaRPr lang="en-GB" sz="2000" dirty="0"/>
        </a:p>
      </dgm:t>
    </dgm:pt>
    <dgm:pt modelId="{B40B8080-00C4-49BF-9EAB-9599C7A62A0F}" type="parTrans" cxnId="{313D3D02-FE4E-45F7-934E-30303EE7C7FB}">
      <dgm:prSet custT="1"/>
      <dgm:spPr/>
      <dgm:t>
        <a:bodyPr/>
        <a:lstStyle/>
        <a:p>
          <a:endParaRPr lang="en-GB" sz="2000" dirty="0"/>
        </a:p>
      </dgm:t>
    </dgm:pt>
    <dgm:pt modelId="{23509F6E-04C7-48CC-BA6C-4AE58D9A7C12}" type="sibTrans" cxnId="{313D3D02-FE4E-45F7-934E-30303EE7C7FB}">
      <dgm:prSet/>
      <dgm:spPr/>
      <dgm:t>
        <a:bodyPr/>
        <a:lstStyle/>
        <a:p>
          <a:endParaRPr lang="en-GB" sz="2000" dirty="0"/>
        </a:p>
      </dgm:t>
    </dgm:pt>
    <dgm:pt modelId="{5A121CA9-554C-408C-AF5C-F06F9EEAB018}">
      <dgm:prSet phldrT="[Text]" custT="1"/>
      <dgm:spPr>
        <a:solidFill>
          <a:srgbClr val="DEE4EE"/>
        </a:solidFill>
      </dgm:spPr>
      <dgm:t>
        <a:bodyPr/>
        <a:lstStyle/>
        <a:p>
          <a:r>
            <a:rPr lang="en-GB" sz="2000" dirty="0" smtClean="0"/>
            <a:t>CGE</a:t>
          </a:r>
          <a:endParaRPr lang="en-GB" sz="2000" dirty="0"/>
        </a:p>
      </dgm:t>
    </dgm:pt>
    <dgm:pt modelId="{3F389262-08E7-40A8-AF2F-EDF073627DDC}" type="parTrans" cxnId="{EE71346C-1783-458F-BF59-C53FD6EE1316}">
      <dgm:prSet custT="1"/>
      <dgm:spPr/>
      <dgm:t>
        <a:bodyPr/>
        <a:lstStyle/>
        <a:p>
          <a:endParaRPr lang="en-GB" sz="2000" dirty="0"/>
        </a:p>
      </dgm:t>
    </dgm:pt>
    <dgm:pt modelId="{839EA3D1-3648-44B4-9C1E-B5334B3F2108}" type="sibTrans" cxnId="{EE71346C-1783-458F-BF59-C53FD6EE1316}">
      <dgm:prSet/>
      <dgm:spPr/>
      <dgm:t>
        <a:bodyPr/>
        <a:lstStyle/>
        <a:p>
          <a:endParaRPr lang="en-GB" sz="2000" dirty="0"/>
        </a:p>
      </dgm:t>
    </dgm:pt>
    <dgm:pt modelId="{9E3AA124-0B2C-4DF8-8EE4-0167413B3A68}">
      <dgm:prSet phldrT="[Text]" custT="1"/>
      <dgm:spPr>
        <a:solidFill>
          <a:srgbClr val="A1B1CF"/>
        </a:solidFill>
      </dgm:spPr>
      <dgm:t>
        <a:bodyPr/>
        <a:lstStyle/>
        <a:p>
          <a:r>
            <a:rPr lang="en-GB" sz="2000" b="1" dirty="0" smtClean="0"/>
            <a:t>BOTTOM-UP</a:t>
          </a:r>
          <a:endParaRPr lang="en-GB" sz="2000" b="1" dirty="0"/>
        </a:p>
      </dgm:t>
    </dgm:pt>
    <dgm:pt modelId="{5E5B4099-39B9-49C8-AB7B-249D8628571D}" type="parTrans" cxnId="{AD02B15D-1350-4C43-9018-CA30B599A5D3}">
      <dgm:prSet custT="1"/>
      <dgm:spPr/>
      <dgm:t>
        <a:bodyPr/>
        <a:lstStyle/>
        <a:p>
          <a:endParaRPr lang="en-GB" sz="2000" dirty="0"/>
        </a:p>
      </dgm:t>
    </dgm:pt>
    <dgm:pt modelId="{9C986C8D-D2F4-4DBA-A11B-1868BBB3446F}" type="sibTrans" cxnId="{AD02B15D-1350-4C43-9018-CA30B599A5D3}">
      <dgm:prSet/>
      <dgm:spPr/>
      <dgm:t>
        <a:bodyPr/>
        <a:lstStyle/>
        <a:p>
          <a:endParaRPr lang="en-GB" sz="2000" dirty="0"/>
        </a:p>
      </dgm:t>
    </dgm:pt>
    <dgm:pt modelId="{7C14D422-0C41-41A8-830F-2DF66809D9A5}">
      <dgm:prSet phldrT="[Text]" custT="1"/>
      <dgm:spPr>
        <a:solidFill>
          <a:srgbClr val="A1B1CF"/>
        </a:solidFill>
      </dgm:spPr>
      <dgm:t>
        <a:bodyPr/>
        <a:lstStyle/>
        <a:p>
          <a:r>
            <a:rPr lang="en-GB" sz="2000" dirty="0" smtClean="0"/>
            <a:t>ACCOUNTING</a:t>
          </a:r>
          <a:endParaRPr lang="en-GB" sz="2000" dirty="0"/>
        </a:p>
      </dgm:t>
    </dgm:pt>
    <dgm:pt modelId="{186667C5-D9ED-4E51-B069-0146F3B7EEA9}" type="parTrans" cxnId="{174E5715-8C0C-4E4C-AF0A-ED7C36691026}">
      <dgm:prSet custT="1"/>
      <dgm:spPr/>
      <dgm:t>
        <a:bodyPr/>
        <a:lstStyle/>
        <a:p>
          <a:endParaRPr lang="en-GB" sz="2000" dirty="0"/>
        </a:p>
      </dgm:t>
    </dgm:pt>
    <dgm:pt modelId="{33AFF3A4-4419-4162-B84D-D06AD18E2B51}" type="sibTrans" cxnId="{174E5715-8C0C-4E4C-AF0A-ED7C36691026}">
      <dgm:prSet/>
      <dgm:spPr/>
      <dgm:t>
        <a:bodyPr/>
        <a:lstStyle/>
        <a:p>
          <a:endParaRPr lang="en-GB" sz="2000" dirty="0"/>
        </a:p>
      </dgm:t>
    </dgm:pt>
    <dgm:pt modelId="{83A0B4D6-598B-49A1-B11D-FCFE0730A506}">
      <dgm:prSet phldrT="[Text]" custT="1"/>
      <dgm:spPr>
        <a:solidFill>
          <a:srgbClr val="A1B1CF"/>
        </a:solidFill>
      </dgm:spPr>
      <dgm:t>
        <a:bodyPr/>
        <a:lstStyle/>
        <a:p>
          <a:r>
            <a:rPr lang="en-GB" sz="2000" dirty="0" smtClean="0"/>
            <a:t>SIMULATION</a:t>
          </a:r>
          <a:endParaRPr lang="en-GB" sz="2000" dirty="0"/>
        </a:p>
      </dgm:t>
    </dgm:pt>
    <dgm:pt modelId="{B89AD8CE-0846-4988-85B3-A1BA13CCDF20}" type="parTrans" cxnId="{A80AC09C-6913-4103-9A0A-FB1AD02873ED}">
      <dgm:prSet custT="1"/>
      <dgm:spPr/>
      <dgm:t>
        <a:bodyPr/>
        <a:lstStyle/>
        <a:p>
          <a:endParaRPr lang="en-GB" sz="2000" dirty="0"/>
        </a:p>
      </dgm:t>
    </dgm:pt>
    <dgm:pt modelId="{DD7DC3F0-85AD-47A5-B970-9F6AED7FAFCA}" type="sibTrans" cxnId="{A80AC09C-6913-4103-9A0A-FB1AD02873ED}">
      <dgm:prSet/>
      <dgm:spPr/>
      <dgm:t>
        <a:bodyPr/>
        <a:lstStyle/>
        <a:p>
          <a:endParaRPr lang="en-GB" sz="2000" dirty="0"/>
        </a:p>
      </dgm:t>
    </dgm:pt>
    <dgm:pt modelId="{91E2DAB7-897F-4A2D-A035-882185E1949B}">
      <dgm:prSet phldrT="[Text]" custT="1"/>
      <dgm:spPr>
        <a:solidFill>
          <a:srgbClr val="A1B1CF"/>
        </a:solidFill>
      </dgm:spPr>
      <dgm:t>
        <a:bodyPr/>
        <a:lstStyle/>
        <a:p>
          <a:r>
            <a:rPr lang="en-GB" sz="2000" dirty="0" smtClean="0"/>
            <a:t>OPTIMISATION</a:t>
          </a:r>
          <a:endParaRPr lang="en-GB" sz="2000" dirty="0"/>
        </a:p>
      </dgm:t>
    </dgm:pt>
    <dgm:pt modelId="{C3FD3ED9-27D1-41E7-96C7-6368B4A14AF8}" type="parTrans" cxnId="{887919CF-4172-4998-A251-4F04333469B4}">
      <dgm:prSet custT="1"/>
      <dgm:spPr/>
      <dgm:t>
        <a:bodyPr/>
        <a:lstStyle/>
        <a:p>
          <a:endParaRPr lang="en-GB" sz="2000" dirty="0"/>
        </a:p>
      </dgm:t>
    </dgm:pt>
    <dgm:pt modelId="{B334B690-9791-451D-931A-D39572624ECE}" type="sibTrans" cxnId="{887919CF-4172-4998-A251-4F04333469B4}">
      <dgm:prSet/>
      <dgm:spPr/>
      <dgm:t>
        <a:bodyPr/>
        <a:lstStyle/>
        <a:p>
          <a:endParaRPr lang="en-GB" sz="2000" dirty="0"/>
        </a:p>
      </dgm:t>
    </dgm:pt>
    <dgm:pt modelId="{BD95C828-42EB-44D0-AA62-D3AB98A6D916}">
      <dgm:prSet phldrT="[Text]" custT="1"/>
      <dgm:spPr>
        <a:solidFill>
          <a:srgbClr val="A1B1CF"/>
        </a:solidFill>
      </dgm:spPr>
      <dgm:t>
        <a:bodyPr/>
        <a:lstStyle/>
        <a:p>
          <a:r>
            <a:rPr lang="en-GB" sz="2000" dirty="0" smtClean="0"/>
            <a:t>HYBRID MODELS</a:t>
          </a:r>
          <a:endParaRPr lang="en-GB" sz="2000" dirty="0"/>
        </a:p>
      </dgm:t>
    </dgm:pt>
    <dgm:pt modelId="{6FA4EF3A-F34F-478D-B20D-AE2D0EA8228F}" type="parTrans" cxnId="{C0AE8292-1717-4418-8A0D-54C232502D15}">
      <dgm:prSet custT="1"/>
      <dgm:spPr/>
      <dgm:t>
        <a:bodyPr/>
        <a:lstStyle/>
        <a:p>
          <a:endParaRPr lang="en-GB" sz="2000" dirty="0"/>
        </a:p>
      </dgm:t>
    </dgm:pt>
    <dgm:pt modelId="{851D60E7-D3AA-4391-AAF2-0E43DD6C6661}" type="sibTrans" cxnId="{C0AE8292-1717-4418-8A0D-54C232502D15}">
      <dgm:prSet/>
      <dgm:spPr/>
      <dgm:t>
        <a:bodyPr/>
        <a:lstStyle/>
        <a:p>
          <a:endParaRPr lang="en-GB" sz="2000" dirty="0"/>
        </a:p>
      </dgm:t>
    </dgm:pt>
    <dgm:pt modelId="{0FF3CF15-A5CF-4136-A792-A587E8B37119}" type="pres">
      <dgm:prSet presAssocID="{745D92DE-72E4-4D68-B56B-40DF2E933B8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0389A3AF-F5B2-4A2B-9DC2-B56B501B83B2}" type="pres">
      <dgm:prSet presAssocID="{E9E5FC0E-0231-41F0-BE41-1C81A39C8463}" presName="root1" presStyleCnt="0"/>
      <dgm:spPr/>
    </dgm:pt>
    <dgm:pt modelId="{B4A630B5-3F56-49AD-8F86-8038BC2C3CDE}" type="pres">
      <dgm:prSet presAssocID="{E9E5FC0E-0231-41F0-BE41-1C81A39C8463}" presName="LevelOneTextNode" presStyleLbl="node0" presStyleIdx="0" presStyleCnt="1" custScaleX="151674" custScaleY="136763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6BF7D41-6AB9-4AE4-B53A-9E61D39CA986}" type="pres">
      <dgm:prSet presAssocID="{E9E5FC0E-0231-41F0-BE41-1C81A39C8463}" presName="level2hierChild" presStyleCnt="0"/>
      <dgm:spPr/>
    </dgm:pt>
    <dgm:pt modelId="{D3097717-B715-4CF9-87BF-E5C99F6C027D}" type="pres">
      <dgm:prSet presAssocID="{1EC0EA96-2EEB-408C-9700-BB75698A84A3}" presName="conn2-1" presStyleLbl="parChTrans1D2" presStyleIdx="0" presStyleCnt="2"/>
      <dgm:spPr/>
      <dgm:t>
        <a:bodyPr/>
        <a:lstStyle/>
        <a:p>
          <a:endParaRPr lang="en-GB"/>
        </a:p>
      </dgm:t>
    </dgm:pt>
    <dgm:pt modelId="{38D3A82F-FC82-487C-914F-A0BF693CB482}" type="pres">
      <dgm:prSet presAssocID="{1EC0EA96-2EEB-408C-9700-BB75698A84A3}" presName="connTx" presStyleLbl="parChTrans1D2" presStyleIdx="0" presStyleCnt="2"/>
      <dgm:spPr/>
      <dgm:t>
        <a:bodyPr/>
        <a:lstStyle/>
        <a:p>
          <a:endParaRPr lang="en-GB"/>
        </a:p>
      </dgm:t>
    </dgm:pt>
    <dgm:pt modelId="{F4080DBB-E6E8-44FF-8A75-6798D4D2F99E}" type="pres">
      <dgm:prSet presAssocID="{7545817E-32B6-40FE-A835-83DD4B2374E8}" presName="root2" presStyleCnt="0"/>
      <dgm:spPr/>
    </dgm:pt>
    <dgm:pt modelId="{B051374F-5119-46A4-A0EF-7A89FC6BE09A}" type="pres">
      <dgm:prSet presAssocID="{7545817E-32B6-40FE-A835-83DD4B2374E8}" presName="LevelTwoTextNode" presStyleLbl="node2" presStyleIdx="0" presStyleCnt="2" custScaleX="1635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519B116-5591-474C-BAAE-FC5718FE0DDB}" type="pres">
      <dgm:prSet presAssocID="{7545817E-32B6-40FE-A835-83DD4B2374E8}" presName="level3hierChild" presStyleCnt="0"/>
      <dgm:spPr/>
    </dgm:pt>
    <dgm:pt modelId="{E2C3FD19-24C5-459E-B65E-D099B70A80F6}" type="pres">
      <dgm:prSet presAssocID="{A457A750-E402-4C7D-AA14-27878FD98DB0}" presName="conn2-1" presStyleLbl="parChTrans1D3" presStyleIdx="0" presStyleCnt="7"/>
      <dgm:spPr/>
      <dgm:t>
        <a:bodyPr/>
        <a:lstStyle/>
        <a:p>
          <a:endParaRPr lang="en-GB"/>
        </a:p>
      </dgm:t>
    </dgm:pt>
    <dgm:pt modelId="{9010595D-D2FF-4D2B-A80A-409BA3287FA6}" type="pres">
      <dgm:prSet presAssocID="{A457A750-E402-4C7D-AA14-27878FD98DB0}" presName="connTx" presStyleLbl="parChTrans1D3" presStyleIdx="0" presStyleCnt="7"/>
      <dgm:spPr/>
      <dgm:t>
        <a:bodyPr/>
        <a:lstStyle/>
        <a:p>
          <a:endParaRPr lang="en-GB"/>
        </a:p>
      </dgm:t>
    </dgm:pt>
    <dgm:pt modelId="{2149724C-1478-43BB-8C32-ED27AABC29C7}" type="pres">
      <dgm:prSet presAssocID="{0E433D7D-4385-4185-8693-13E1A74E7F02}" presName="root2" presStyleCnt="0"/>
      <dgm:spPr/>
    </dgm:pt>
    <dgm:pt modelId="{A44791AB-2162-4C0B-90DE-B0CDEE920922}" type="pres">
      <dgm:prSet presAssocID="{0E433D7D-4385-4185-8693-13E1A74E7F02}" presName="LevelTwoTextNode" presStyleLbl="node3" presStyleIdx="0" presStyleCnt="7" custScaleX="199325" custLinFactNeighborX="418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E6AB8D7-2951-4FA4-9547-3AF749261ED1}" type="pres">
      <dgm:prSet presAssocID="{0E433D7D-4385-4185-8693-13E1A74E7F02}" presName="level3hierChild" presStyleCnt="0"/>
      <dgm:spPr/>
    </dgm:pt>
    <dgm:pt modelId="{3305CB66-6B73-4FD1-A839-3BBD63B4FE0B}" type="pres">
      <dgm:prSet presAssocID="{B40B8080-00C4-49BF-9EAB-9599C7A62A0F}" presName="conn2-1" presStyleLbl="parChTrans1D3" presStyleIdx="1" presStyleCnt="7"/>
      <dgm:spPr/>
      <dgm:t>
        <a:bodyPr/>
        <a:lstStyle/>
        <a:p>
          <a:endParaRPr lang="en-GB"/>
        </a:p>
      </dgm:t>
    </dgm:pt>
    <dgm:pt modelId="{C5AFF327-658F-4838-9C82-39B0AC68516C}" type="pres">
      <dgm:prSet presAssocID="{B40B8080-00C4-49BF-9EAB-9599C7A62A0F}" presName="connTx" presStyleLbl="parChTrans1D3" presStyleIdx="1" presStyleCnt="7"/>
      <dgm:spPr/>
      <dgm:t>
        <a:bodyPr/>
        <a:lstStyle/>
        <a:p>
          <a:endParaRPr lang="en-GB"/>
        </a:p>
      </dgm:t>
    </dgm:pt>
    <dgm:pt modelId="{37E45E81-AB8E-4DA5-8000-E4FDBBDE69AA}" type="pres">
      <dgm:prSet presAssocID="{319EED76-B84B-448E-BFAD-D0AC2190D596}" presName="root2" presStyleCnt="0"/>
      <dgm:spPr/>
    </dgm:pt>
    <dgm:pt modelId="{9C59314F-A0DA-4CA0-B0C8-185A596E396C}" type="pres">
      <dgm:prSet presAssocID="{319EED76-B84B-448E-BFAD-D0AC2190D596}" presName="LevelTwoTextNode" presStyleLbl="node3" presStyleIdx="1" presStyleCnt="7" custScaleX="199325" custLinFactNeighborX="418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93E389B-1D83-4FF1-885F-FF75E6194340}" type="pres">
      <dgm:prSet presAssocID="{319EED76-B84B-448E-BFAD-D0AC2190D596}" presName="level3hierChild" presStyleCnt="0"/>
      <dgm:spPr/>
    </dgm:pt>
    <dgm:pt modelId="{502E635D-37D4-496E-89C3-7B5238E8CFB1}" type="pres">
      <dgm:prSet presAssocID="{3F389262-08E7-40A8-AF2F-EDF073627DDC}" presName="conn2-1" presStyleLbl="parChTrans1D3" presStyleIdx="2" presStyleCnt="7"/>
      <dgm:spPr/>
      <dgm:t>
        <a:bodyPr/>
        <a:lstStyle/>
        <a:p>
          <a:endParaRPr lang="en-GB"/>
        </a:p>
      </dgm:t>
    </dgm:pt>
    <dgm:pt modelId="{B79D52C0-AA59-46D6-8F50-4CDF084FCE65}" type="pres">
      <dgm:prSet presAssocID="{3F389262-08E7-40A8-AF2F-EDF073627DDC}" presName="connTx" presStyleLbl="parChTrans1D3" presStyleIdx="2" presStyleCnt="7"/>
      <dgm:spPr/>
      <dgm:t>
        <a:bodyPr/>
        <a:lstStyle/>
        <a:p>
          <a:endParaRPr lang="en-GB"/>
        </a:p>
      </dgm:t>
    </dgm:pt>
    <dgm:pt modelId="{2B8555FE-53DC-4932-A17E-FF99255F6365}" type="pres">
      <dgm:prSet presAssocID="{5A121CA9-554C-408C-AF5C-F06F9EEAB018}" presName="root2" presStyleCnt="0"/>
      <dgm:spPr/>
    </dgm:pt>
    <dgm:pt modelId="{79688652-A84D-4620-BB03-B262594BDB6F}" type="pres">
      <dgm:prSet presAssocID="{5A121CA9-554C-408C-AF5C-F06F9EEAB018}" presName="LevelTwoTextNode" presStyleLbl="node3" presStyleIdx="2" presStyleCnt="7" custScaleX="199325" custLinFactNeighborX="418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0F8091F-12B6-4D46-8D13-4A047E19B113}" type="pres">
      <dgm:prSet presAssocID="{5A121CA9-554C-408C-AF5C-F06F9EEAB018}" presName="level3hierChild" presStyleCnt="0"/>
      <dgm:spPr/>
    </dgm:pt>
    <dgm:pt modelId="{A85A89CC-4DC6-4548-A2D7-81AF6DEB7D85}" type="pres">
      <dgm:prSet presAssocID="{5E5B4099-39B9-49C8-AB7B-249D8628571D}" presName="conn2-1" presStyleLbl="parChTrans1D2" presStyleIdx="1" presStyleCnt="2"/>
      <dgm:spPr/>
      <dgm:t>
        <a:bodyPr/>
        <a:lstStyle/>
        <a:p>
          <a:endParaRPr lang="en-GB"/>
        </a:p>
      </dgm:t>
    </dgm:pt>
    <dgm:pt modelId="{409FACE8-7926-4614-9FDC-B437F8CD753A}" type="pres">
      <dgm:prSet presAssocID="{5E5B4099-39B9-49C8-AB7B-249D8628571D}" presName="connTx" presStyleLbl="parChTrans1D2" presStyleIdx="1" presStyleCnt="2"/>
      <dgm:spPr/>
      <dgm:t>
        <a:bodyPr/>
        <a:lstStyle/>
        <a:p>
          <a:endParaRPr lang="en-GB"/>
        </a:p>
      </dgm:t>
    </dgm:pt>
    <dgm:pt modelId="{DCFA8D66-13AF-4D1E-955F-A026B6E53907}" type="pres">
      <dgm:prSet presAssocID="{9E3AA124-0B2C-4DF8-8EE4-0167413B3A68}" presName="root2" presStyleCnt="0"/>
      <dgm:spPr/>
    </dgm:pt>
    <dgm:pt modelId="{A0110444-3F58-41EE-8A28-3FD1DEFF81C6}" type="pres">
      <dgm:prSet presAssocID="{9E3AA124-0B2C-4DF8-8EE4-0167413B3A68}" presName="LevelTwoTextNode" presStyleLbl="node2" presStyleIdx="1" presStyleCnt="2" custScaleX="16351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8CF7CB11-FD16-426B-8A39-F9F651C82F17}" type="pres">
      <dgm:prSet presAssocID="{9E3AA124-0B2C-4DF8-8EE4-0167413B3A68}" presName="level3hierChild" presStyleCnt="0"/>
      <dgm:spPr/>
    </dgm:pt>
    <dgm:pt modelId="{ED75461A-E841-45CA-B3C4-C440DCD709F9}" type="pres">
      <dgm:prSet presAssocID="{186667C5-D9ED-4E51-B069-0146F3B7EEA9}" presName="conn2-1" presStyleLbl="parChTrans1D3" presStyleIdx="3" presStyleCnt="7"/>
      <dgm:spPr/>
      <dgm:t>
        <a:bodyPr/>
        <a:lstStyle/>
        <a:p>
          <a:endParaRPr lang="en-GB"/>
        </a:p>
      </dgm:t>
    </dgm:pt>
    <dgm:pt modelId="{FD758FC1-32BB-4E72-A828-F17AC7402500}" type="pres">
      <dgm:prSet presAssocID="{186667C5-D9ED-4E51-B069-0146F3B7EEA9}" presName="connTx" presStyleLbl="parChTrans1D3" presStyleIdx="3" presStyleCnt="7"/>
      <dgm:spPr/>
      <dgm:t>
        <a:bodyPr/>
        <a:lstStyle/>
        <a:p>
          <a:endParaRPr lang="en-GB"/>
        </a:p>
      </dgm:t>
    </dgm:pt>
    <dgm:pt modelId="{DB03C449-E74B-4533-AEE1-27E48493FB5C}" type="pres">
      <dgm:prSet presAssocID="{7C14D422-0C41-41A8-830F-2DF66809D9A5}" presName="root2" presStyleCnt="0"/>
      <dgm:spPr/>
    </dgm:pt>
    <dgm:pt modelId="{0D5C06AF-1A1D-48DE-AFEE-E634FA55A673}" type="pres">
      <dgm:prSet presAssocID="{7C14D422-0C41-41A8-830F-2DF66809D9A5}" presName="LevelTwoTextNode" presStyleLbl="node3" presStyleIdx="3" presStyleCnt="7" custScaleX="199325" custLinFactNeighborX="418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D595A13-8053-487E-8CFF-CBDF2EE892D5}" type="pres">
      <dgm:prSet presAssocID="{7C14D422-0C41-41A8-830F-2DF66809D9A5}" presName="level3hierChild" presStyleCnt="0"/>
      <dgm:spPr/>
    </dgm:pt>
    <dgm:pt modelId="{35D2DF70-770F-45AF-8CC9-87351B2EAD52}" type="pres">
      <dgm:prSet presAssocID="{B89AD8CE-0846-4988-85B3-A1BA13CCDF20}" presName="conn2-1" presStyleLbl="parChTrans1D3" presStyleIdx="4" presStyleCnt="7"/>
      <dgm:spPr/>
      <dgm:t>
        <a:bodyPr/>
        <a:lstStyle/>
        <a:p>
          <a:endParaRPr lang="en-GB"/>
        </a:p>
      </dgm:t>
    </dgm:pt>
    <dgm:pt modelId="{7EA48B6B-A05F-407E-A4C3-5B74921F4047}" type="pres">
      <dgm:prSet presAssocID="{B89AD8CE-0846-4988-85B3-A1BA13CCDF20}" presName="connTx" presStyleLbl="parChTrans1D3" presStyleIdx="4" presStyleCnt="7"/>
      <dgm:spPr/>
      <dgm:t>
        <a:bodyPr/>
        <a:lstStyle/>
        <a:p>
          <a:endParaRPr lang="en-GB"/>
        </a:p>
      </dgm:t>
    </dgm:pt>
    <dgm:pt modelId="{B82488B3-6694-4325-9AD7-936040E117C6}" type="pres">
      <dgm:prSet presAssocID="{83A0B4D6-598B-49A1-B11D-FCFE0730A506}" presName="root2" presStyleCnt="0"/>
      <dgm:spPr/>
    </dgm:pt>
    <dgm:pt modelId="{5EC4D291-1C98-45DD-82C2-4C0984AC4869}" type="pres">
      <dgm:prSet presAssocID="{83A0B4D6-598B-49A1-B11D-FCFE0730A506}" presName="LevelTwoTextNode" presStyleLbl="node3" presStyleIdx="4" presStyleCnt="7" custScaleX="199325" custLinFactNeighborX="418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64F03A9-1150-4F3E-B5D1-B7EF57A47326}" type="pres">
      <dgm:prSet presAssocID="{83A0B4D6-598B-49A1-B11D-FCFE0730A506}" presName="level3hierChild" presStyleCnt="0"/>
      <dgm:spPr/>
    </dgm:pt>
    <dgm:pt modelId="{0F8CB499-12D1-4847-B00B-0ADCE1F70017}" type="pres">
      <dgm:prSet presAssocID="{C3FD3ED9-27D1-41E7-96C7-6368B4A14AF8}" presName="conn2-1" presStyleLbl="parChTrans1D3" presStyleIdx="5" presStyleCnt="7"/>
      <dgm:spPr/>
      <dgm:t>
        <a:bodyPr/>
        <a:lstStyle/>
        <a:p>
          <a:endParaRPr lang="en-GB"/>
        </a:p>
      </dgm:t>
    </dgm:pt>
    <dgm:pt modelId="{E00DB702-C15E-4510-BEAF-8FFC71416A5B}" type="pres">
      <dgm:prSet presAssocID="{C3FD3ED9-27D1-41E7-96C7-6368B4A14AF8}" presName="connTx" presStyleLbl="parChTrans1D3" presStyleIdx="5" presStyleCnt="7"/>
      <dgm:spPr/>
      <dgm:t>
        <a:bodyPr/>
        <a:lstStyle/>
        <a:p>
          <a:endParaRPr lang="en-GB"/>
        </a:p>
      </dgm:t>
    </dgm:pt>
    <dgm:pt modelId="{EE6FFF6A-87A7-40E1-B370-C0EBFEEB36A0}" type="pres">
      <dgm:prSet presAssocID="{91E2DAB7-897F-4A2D-A035-882185E1949B}" presName="root2" presStyleCnt="0"/>
      <dgm:spPr/>
    </dgm:pt>
    <dgm:pt modelId="{396C82DB-438D-4406-A984-373FA64BF519}" type="pres">
      <dgm:prSet presAssocID="{91E2DAB7-897F-4A2D-A035-882185E1949B}" presName="LevelTwoTextNode" presStyleLbl="node3" presStyleIdx="5" presStyleCnt="7" custScaleX="199325" custLinFactNeighborX="41809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1A160E03-9035-4825-9A00-099D277D68EA}" type="pres">
      <dgm:prSet presAssocID="{91E2DAB7-897F-4A2D-A035-882185E1949B}" presName="level3hierChild" presStyleCnt="0"/>
      <dgm:spPr/>
    </dgm:pt>
    <dgm:pt modelId="{38AB1E70-0647-497B-BFB9-1AA0D7A97D82}" type="pres">
      <dgm:prSet presAssocID="{6FA4EF3A-F34F-478D-B20D-AE2D0EA8228F}" presName="conn2-1" presStyleLbl="parChTrans1D3" presStyleIdx="6" presStyleCnt="7"/>
      <dgm:spPr/>
      <dgm:t>
        <a:bodyPr/>
        <a:lstStyle/>
        <a:p>
          <a:endParaRPr lang="en-GB"/>
        </a:p>
      </dgm:t>
    </dgm:pt>
    <dgm:pt modelId="{61CD3DA8-7A36-47F2-8566-D65FE72497E3}" type="pres">
      <dgm:prSet presAssocID="{6FA4EF3A-F34F-478D-B20D-AE2D0EA8228F}" presName="connTx" presStyleLbl="parChTrans1D3" presStyleIdx="6" presStyleCnt="7"/>
      <dgm:spPr/>
      <dgm:t>
        <a:bodyPr/>
        <a:lstStyle/>
        <a:p>
          <a:endParaRPr lang="en-GB"/>
        </a:p>
      </dgm:t>
    </dgm:pt>
    <dgm:pt modelId="{010ECC65-A3B6-42A9-AC4D-D954D796E2A6}" type="pres">
      <dgm:prSet presAssocID="{BD95C828-42EB-44D0-AA62-D3AB98A6D916}" presName="root2" presStyleCnt="0"/>
      <dgm:spPr/>
    </dgm:pt>
    <dgm:pt modelId="{B50E44EC-F92E-4CDF-9E18-AD45E9F2E7FA}" type="pres">
      <dgm:prSet presAssocID="{BD95C828-42EB-44D0-AA62-D3AB98A6D916}" presName="LevelTwoTextNode" presStyleLbl="node3" presStyleIdx="6" presStyleCnt="7" custScaleX="199325" custLinFactNeighborX="41809" custLinFactNeighborY="-157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96FA663-A702-4CAE-9ACA-EBE787D124BD}" type="pres">
      <dgm:prSet presAssocID="{BD95C828-42EB-44D0-AA62-D3AB98A6D916}" presName="level3hierChild" presStyleCnt="0"/>
      <dgm:spPr/>
    </dgm:pt>
  </dgm:ptLst>
  <dgm:cxnLst>
    <dgm:cxn modelId="{174DD893-5E75-40B8-A7C9-BE26E3F52612}" type="presOf" srcId="{1EC0EA96-2EEB-408C-9700-BB75698A84A3}" destId="{38D3A82F-FC82-487C-914F-A0BF693CB482}" srcOrd="1" destOrd="0" presId="urn:microsoft.com/office/officeart/2005/8/layout/hierarchy2"/>
    <dgm:cxn modelId="{53EC3B74-0C1D-4C60-AED6-C72C5F15956B}" type="presOf" srcId="{B89AD8CE-0846-4988-85B3-A1BA13CCDF20}" destId="{35D2DF70-770F-45AF-8CC9-87351B2EAD52}" srcOrd="0" destOrd="0" presId="urn:microsoft.com/office/officeart/2005/8/layout/hierarchy2"/>
    <dgm:cxn modelId="{944F03B0-C02B-4B4C-A897-04BBAE3F7415}" type="presOf" srcId="{3F389262-08E7-40A8-AF2F-EDF073627DDC}" destId="{502E635D-37D4-496E-89C3-7B5238E8CFB1}" srcOrd="0" destOrd="0" presId="urn:microsoft.com/office/officeart/2005/8/layout/hierarchy2"/>
    <dgm:cxn modelId="{DF431544-F7EA-4FB4-9720-46D33F1D7733}" type="presOf" srcId="{1EC0EA96-2EEB-408C-9700-BB75698A84A3}" destId="{D3097717-B715-4CF9-87BF-E5C99F6C027D}" srcOrd="0" destOrd="0" presId="urn:microsoft.com/office/officeart/2005/8/layout/hierarchy2"/>
    <dgm:cxn modelId="{B75391B4-F6C4-40EB-A338-EC43A08D4CF2}" type="presOf" srcId="{186667C5-D9ED-4E51-B069-0146F3B7EEA9}" destId="{ED75461A-E841-45CA-B3C4-C440DCD709F9}" srcOrd="0" destOrd="0" presId="urn:microsoft.com/office/officeart/2005/8/layout/hierarchy2"/>
    <dgm:cxn modelId="{E0675DA2-110A-440C-B456-017BD8D27E51}" type="presOf" srcId="{91E2DAB7-897F-4A2D-A035-882185E1949B}" destId="{396C82DB-438D-4406-A984-373FA64BF519}" srcOrd="0" destOrd="0" presId="urn:microsoft.com/office/officeart/2005/8/layout/hierarchy2"/>
    <dgm:cxn modelId="{EE71346C-1783-458F-BF59-C53FD6EE1316}" srcId="{7545817E-32B6-40FE-A835-83DD4B2374E8}" destId="{5A121CA9-554C-408C-AF5C-F06F9EEAB018}" srcOrd="2" destOrd="0" parTransId="{3F389262-08E7-40A8-AF2F-EDF073627DDC}" sibTransId="{839EA3D1-3648-44B4-9C1E-B5334B3F2108}"/>
    <dgm:cxn modelId="{E78691ED-3FC5-4E94-B8E5-805E78E42561}" type="presOf" srcId="{319EED76-B84B-448E-BFAD-D0AC2190D596}" destId="{9C59314F-A0DA-4CA0-B0C8-185A596E396C}" srcOrd="0" destOrd="0" presId="urn:microsoft.com/office/officeart/2005/8/layout/hierarchy2"/>
    <dgm:cxn modelId="{C5B6A8C6-F699-4129-97AE-429F5647393A}" type="presOf" srcId="{A457A750-E402-4C7D-AA14-27878FD98DB0}" destId="{9010595D-D2FF-4D2B-A80A-409BA3287FA6}" srcOrd="1" destOrd="0" presId="urn:microsoft.com/office/officeart/2005/8/layout/hierarchy2"/>
    <dgm:cxn modelId="{50F22442-2123-4B80-BC73-A81E14A9203B}" type="presOf" srcId="{E9E5FC0E-0231-41F0-BE41-1C81A39C8463}" destId="{B4A630B5-3F56-49AD-8F86-8038BC2C3CDE}" srcOrd="0" destOrd="0" presId="urn:microsoft.com/office/officeart/2005/8/layout/hierarchy2"/>
    <dgm:cxn modelId="{C20C102B-FBF7-4284-84EE-0B95BC511679}" type="presOf" srcId="{5E5B4099-39B9-49C8-AB7B-249D8628571D}" destId="{409FACE8-7926-4614-9FDC-B437F8CD753A}" srcOrd="1" destOrd="0" presId="urn:microsoft.com/office/officeart/2005/8/layout/hierarchy2"/>
    <dgm:cxn modelId="{21486DD6-0C2E-44D5-B7A1-076ADD3785E7}" type="presOf" srcId="{C3FD3ED9-27D1-41E7-96C7-6368B4A14AF8}" destId="{0F8CB499-12D1-4847-B00B-0ADCE1F70017}" srcOrd="0" destOrd="0" presId="urn:microsoft.com/office/officeart/2005/8/layout/hierarchy2"/>
    <dgm:cxn modelId="{3F37EACA-910D-4006-B0EE-DF8CB0709506}" type="presOf" srcId="{6FA4EF3A-F34F-478D-B20D-AE2D0EA8228F}" destId="{61CD3DA8-7A36-47F2-8566-D65FE72497E3}" srcOrd="1" destOrd="0" presId="urn:microsoft.com/office/officeart/2005/8/layout/hierarchy2"/>
    <dgm:cxn modelId="{03E50BAC-AB5E-4547-869F-166680C803C1}" srcId="{E9E5FC0E-0231-41F0-BE41-1C81A39C8463}" destId="{7545817E-32B6-40FE-A835-83DD4B2374E8}" srcOrd="0" destOrd="0" parTransId="{1EC0EA96-2EEB-408C-9700-BB75698A84A3}" sibTransId="{84ECBF4B-B709-4AB7-BE37-F01E075B0323}"/>
    <dgm:cxn modelId="{AD02B15D-1350-4C43-9018-CA30B599A5D3}" srcId="{E9E5FC0E-0231-41F0-BE41-1C81A39C8463}" destId="{9E3AA124-0B2C-4DF8-8EE4-0167413B3A68}" srcOrd="1" destOrd="0" parTransId="{5E5B4099-39B9-49C8-AB7B-249D8628571D}" sibTransId="{9C986C8D-D2F4-4DBA-A11B-1868BBB3446F}"/>
    <dgm:cxn modelId="{887919CF-4172-4998-A251-4F04333469B4}" srcId="{9E3AA124-0B2C-4DF8-8EE4-0167413B3A68}" destId="{91E2DAB7-897F-4A2D-A035-882185E1949B}" srcOrd="2" destOrd="0" parTransId="{C3FD3ED9-27D1-41E7-96C7-6368B4A14AF8}" sibTransId="{B334B690-9791-451D-931A-D39572624ECE}"/>
    <dgm:cxn modelId="{D5A02042-7278-48C7-A5BA-137690148E26}" type="presOf" srcId="{B40B8080-00C4-49BF-9EAB-9599C7A62A0F}" destId="{C5AFF327-658F-4838-9C82-39B0AC68516C}" srcOrd="1" destOrd="0" presId="urn:microsoft.com/office/officeart/2005/8/layout/hierarchy2"/>
    <dgm:cxn modelId="{338489AF-F17D-43C1-9A38-1CCB26449D84}" type="presOf" srcId="{B89AD8CE-0846-4988-85B3-A1BA13CCDF20}" destId="{7EA48B6B-A05F-407E-A4C3-5B74921F4047}" srcOrd="1" destOrd="0" presId="urn:microsoft.com/office/officeart/2005/8/layout/hierarchy2"/>
    <dgm:cxn modelId="{2CA838C3-C05A-4965-AD8D-DE556B5179CD}" type="presOf" srcId="{5E5B4099-39B9-49C8-AB7B-249D8628571D}" destId="{A85A89CC-4DC6-4548-A2D7-81AF6DEB7D85}" srcOrd="0" destOrd="0" presId="urn:microsoft.com/office/officeart/2005/8/layout/hierarchy2"/>
    <dgm:cxn modelId="{9F552A31-045E-4ED4-9BB3-5B9A8A284113}" srcId="{7545817E-32B6-40FE-A835-83DD4B2374E8}" destId="{0E433D7D-4385-4185-8693-13E1A74E7F02}" srcOrd="0" destOrd="0" parTransId="{A457A750-E402-4C7D-AA14-27878FD98DB0}" sibTransId="{8108FE9E-87E9-49A2-A1E1-3B391F03A03D}"/>
    <dgm:cxn modelId="{20B6FA61-6A5E-4312-80C5-185A3426F199}" type="presOf" srcId="{83A0B4D6-598B-49A1-B11D-FCFE0730A506}" destId="{5EC4D291-1C98-45DD-82C2-4C0984AC4869}" srcOrd="0" destOrd="0" presId="urn:microsoft.com/office/officeart/2005/8/layout/hierarchy2"/>
    <dgm:cxn modelId="{174E5715-8C0C-4E4C-AF0A-ED7C36691026}" srcId="{9E3AA124-0B2C-4DF8-8EE4-0167413B3A68}" destId="{7C14D422-0C41-41A8-830F-2DF66809D9A5}" srcOrd="0" destOrd="0" parTransId="{186667C5-D9ED-4E51-B069-0146F3B7EEA9}" sibTransId="{33AFF3A4-4419-4162-B84D-D06AD18E2B51}"/>
    <dgm:cxn modelId="{6B4FD6F8-31A4-437E-B34A-D87745104700}" type="presOf" srcId="{B40B8080-00C4-49BF-9EAB-9599C7A62A0F}" destId="{3305CB66-6B73-4FD1-A839-3BBD63B4FE0B}" srcOrd="0" destOrd="0" presId="urn:microsoft.com/office/officeart/2005/8/layout/hierarchy2"/>
    <dgm:cxn modelId="{28B4C098-19EA-4823-8228-06E0DBC1DEEC}" type="presOf" srcId="{5A121CA9-554C-408C-AF5C-F06F9EEAB018}" destId="{79688652-A84D-4620-BB03-B262594BDB6F}" srcOrd="0" destOrd="0" presId="urn:microsoft.com/office/officeart/2005/8/layout/hierarchy2"/>
    <dgm:cxn modelId="{8262A7DE-05D3-44C9-A4B9-7B7127801A9C}" type="presOf" srcId="{6FA4EF3A-F34F-478D-B20D-AE2D0EA8228F}" destId="{38AB1E70-0647-497B-BFB9-1AA0D7A97D82}" srcOrd="0" destOrd="0" presId="urn:microsoft.com/office/officeart/2005/8/layout/hierarchy2"/>
    <dgm:cxn modelId="{14ED1D65-14F9-4B80-BB1F-1FF6E7A65614}" type="presOf" srcId="{9E3AA124-0B2C-4DF8-8EE4-0167413B3A68}" destId="{A0110444-3F58-41EE-8A28-3FD1DEFF81C6}" srcOrd="0" destOrd="0" presId="urn:microsoft.com/office/officeart/2005/8/layout/hierarchy2"/>
    <dgm:cxn modelId="{9944D14F-5B33-48FC-AF99-E70493150E95}" type="presOf" srcId="{7C14D422-0C41-41A8-830F-2DF66809D9A5}" destId="{0D5C06AF-1A1D-48DE-AFEE-E634FA55A673}" srcOrd="0" destOrd="0" presId="urn:microsoft.com/office/officeart/2005/8/layout/hierarchy2"/>
    <dgm:cxn modelId="{0D0F2328-7E92-48BF-A3B1-5C2CE7945D31}" type="presOf" srcId="{7545817E-32B6-40FE-A835-83DD4B2374E8}" destId="{B051374F-5119-46A4-A0EF-7A89FC6BE09A}" srcOrd="0" destOrd="0" presId="urn:microsoft.com/office/officeart/2005/8/layout/hierarchy2"/>
    <dgm:cxn modelId="{BB0EF55E-93C3-4B20-83F7-1A26A7698201}" type="presOf" srcId="{186667C5-D9ED-4E51-B069-0146F3B7EEA9}" destId="{FD758FC1-32BB-4E72-A828-F17AC7402500}" srcOrd="1" destOrd="0" presId="urn:microsoft.com/office/officeart/2005/8/layout/hierarchy2"/>
    <dgm:cxn modelId="{313D3D02-FE4E-45F7-934E-30303EE7C7FB}" srcId="{7545817E-32B6-40FE-A835-83DD4B2374E8}" destId="{319EED76-B84B-448E-BFAD-D0AC2190D596}" srcOrd="1" destOrd="0" parTransId="{B40B8080-00C4-49BF-9EAB-9599C7A62A0F}" sibTransId="{23509F6E-04C7-48CC-BA6C-4AE58D9A7C12}"/>
    <dgm:cxn modelId="{A80AC09C-6913-4103-9A0A-FB1AD02873ED}" srcId="{9E3AA124-0B2C-4DF8-8EE4-0167413B3A68}" destId="{83A0B4D6-598B-49A1-B11D-FCFE0730A506}" srcOrd="1" destOrd="0" parTransId="{B89AD8CE-0846-4988-85B3-A1BA13CCDF20}" sibTransId="{DD7DC3F0-85AD-47A5-B970-9F6AED7FAFCA}"/>
    <dgm:cxn modelId="{8E430E8D-1159-4BED-AE17-744F274A6527}" type="presOf" srcId="{BD95C828-42EB-44D0-AA62-D3AB98A6D916}" destId="{B50E44EC-F92E-4CDF-9E18-AD45E9F2E7FA}" srcOrd="0" destOrd="0" presId="urn:microsoft.com/office/officeart/2005/8/layout/hierarchy2"/>
    <dgm:cxn modelId="{BA5995A6-5B3C-49CB-AD34-4DE306615216}" srcId="{745D92DE-72E4-4D68-B56B-40DF2E933B83}" destId="{E9E5FC0E-0231-41F0-BE41-1C81A39C8463}" srcOrd="0" destOrd="0" parTransId="{F6E81E7F-EFC0-413C-9B46-68902DA903F0}" sibTransId="{9E787EDF-83C8-4408-94E8-F1EF7E929A92}"/>
    <dgm:cxn modelId="{AE6CE98C-2568-4B56-B93F-17836AAA3B21}" type="presOf" srcId="{745D92DE-72E4-4D68-B56B-40DF2E933B83}" destId="{0FF3CF15-A5CF-4136-A792-A587E8B37119}" srcOrd="0" destOrd="0" presId="urn:microsoft.com/office/officeart/2005/8/layout/hierarchy2"/>
    <dgm:cxn modelId="{CF03CA66-276D-4191-A9C7-938D406D6581}" type="presOf" srcId="{A457A750-E402-4C7D-AA14-27878FD98DB0}" destId="{E2C3FD19-24C5-459E-B65E-D099B70A80F6}" srcOrd="0" destOrd="0" presId="urn:microsoft.com/office/officeart/2005/8/layout/hierarchy2"/>
    <dgm:cxn modelId="{79E3D4A7-7B36-48E6-BABC-2F60AC4D76F4}" type="presOf" srcId="{3F389262-08E7-40A8-AF2F-EDF073627DDC}" destId="{B79D52C0-AA59-46D6-8F50-4CDF084FCE65}" srcOrd="1" destOrd="0" presId="urn:microsoft.com/office/officeart/2005/8/layout/hierarchy2"/>
    <dgm:cxn modelId="{1FD82F4F-B711-4632-8356-DE47123B69A4}" type="presOf" srcId="{C3FD3ED9-27D1-41E7-96C7-6368B4A14AF8}" destId="{E00DB702-C15E-4510-BEAF-8FFC71416A5B}" srcOrd="1" destOrd="0" presId="urn:microsoft.com/office/officeart/2005/8/layout/hierarchy2"/>
    <dgm:cxn modelId="{C0AE8292-1717-4418-8A0D-54C232502D15}" srcId="{9E3AA124-0B2C-4DF8-8EE4-0167413B3A68}" destId="{BD95C828-42EB-44D0-AA62-D3AB98A6D916}" srcOrd="3" destOrd="0" parTransId="{6FA4EF3A-F34F-478D-B20D-AE2D0EA8228F}" sibTransId="{851D60E7-D3AA-4391-AAF2-0E43DD6C6661}"/>
    <dgm:cxn modelId="{D9605262-368B-4B94-A206-BA813E1545C1}" type="presOf" srcId="{0E433D7D-4385-4185-8693-13E1A74E7F02}" destId="{A44791AB-2162-4C0B-90DE-B0CDEE920922}" srcOrd="0" destOrd="0" presId="urn:microsoft.com/office/officeart/2005/8/layout/hierarchy2"/>
    <dgm:cxn modelId="{CB1A5F84-731C-4025-968A-C32D735C5D84}" type="presParOf" srcId="{0FF3CF15-A5CF-4136-A792-A587E8B37119}" destId="{0389A3AF-F5B2-4A2B-9DC2-B56B501B83B2}" srcOrd="0" destOrd="0" presId="urn:microsoft.com/office/officeart/2005/8/layout/hierarchy2"/>
    <dgm:cxn modelId="{F67422E6-01C7-4604-8DCD-5AB2AA98FA5D}" type="presParOf" srcId="{0389A3AF-F5B2-4A2B-9DC2-B56B501B83B2}" destId="{B4A630B5-3F56-49AD-8F86-8038BC2C3CDE}" srcOrd="0" destOrd="0" presId="urn:microsoft.com/office/officeart/2005/8/layout/hierarchy2"/>
    <dgm:cxn modelId="{F54089A1-71BB-4065-90FE-C6DF2F02A5D4}" type="presParOf" srcId="{0389A3AF-F5B2-4A2B-9DC2-B56B501B83B2}" destId="{16BF7D41-6AB9-4AE4-B53A-9E61D39CA986}" srcOrd="1" destOrd="0" presId="urn:microsoft.com/office/officeart/2005/8/layout/hierarchy2"/>
    <dgm:cxn modelId="{8B39C77D-AF0F-41B7-AEEF-3849C653F147}" type="presParOf" srcId="{16BF7D41-6AB9-4AE4-B53A-9E61D39CA986}" destId="{D3097717-B715-4CF9-87BF-E5C99F6C027D}" srcOrd="0" destOrd="0" presId="urn:microsoft.com/office/officeart/2005/8/layout/hierarchy2"/>
    <dgm:cxn modelId="{044C699B-CCED-451E-8DAE-E3CBC9BF0847}" type="presParOf" srcId="{D3097717-B715-4CF9-87BF-E5C99F6C027D}" destId="{38D3A82F-FC82-487C-914F-A0BF693CB482}" srcOrd="0" destOrd="0" presId="urn:microsoft.com/office/officeart/2005/8/layout/hierarchy2"/>
    <dgm:cxn modelId="{6E1DEBF8-B1D3-4984-87D1-A0A0D3204D0B}" type="presParOf" srcId="{16BF7D41-6AB9-4AE4-B53A-9E61D39CA986}" destId="{F4080DBB-E6E8-44FF-8A75-6798D4D2F99E}" srcOrd="1" destOrd="0" presId="urn:microsoft.com/office/officeart/2005/8/layout/hierarchy2"/>
    <dgm:cxn modelId="{8D294443-2AC0-4229-A674-6F2E3438E7CD}" type="presParOf" srcId="{F4080DBB-E6E8-44FF-8A75-6798D4D2F99E}" destId="{B051374F-5119-46A4-A0EF-7A89FC6BE09A}" srcOrd="0" destOrd="0" presId="urn:microsoft.com/office/officeart/2005/8/layout/hierarchy2"/>
    <dgm:cxn modelId="{91518938-B42A-4419-BF5A-A4E2C4AB76D5}" type="presParOf" srcId="{F4080DBB-E6E8-44FF-8A75-6798D4D2F99E}" destId="{D519B116-5591-474C-BAAE-FC5718FE0DDB}" srcOrd="1" destOrd="0" presId="urn:microsoft.com/office/officeart/2005/8/layout/hierarchy2"/>
    <dgm:cxn modelId="{19588DD8-F325-417D-B6BB-E36C9F38BFDE}" type="presParOf" srcId="{D519B116-5591-474C-BAAE-FC5718FE0DDB}" destId="{E2C3FD19-24C5-459E-B65E-D099B70A80F6}" srcOrd="0" destOrd="0" presId="urn:microsoft.com/office/officeart/2005/8/layout/hierarchy2"/>
    <dgm:cxn modelId="{82D17D4C-A4FF-4FBD-AFBF-9CBFE460AF07}" type="presParOf" srcId="{E2C3FD19-24C5-459E-B65E-D099B70A80F6}" destId="{9010595D-D2FF-4D2B-A80A-409BA3287FA6}" srcOrd="0" destOrd="0" presId="urn:microsoft.com/office/officeart/2005/8/layout/hierarchy2"/>
    <dgm:cxn modelId="{35081597-8E43-47D2-9F0D-32EF3BA814CA}" type="presParOf" srcId="{D519B116-5591-474C-BAAE-FC5718FE0DDB}" destId="{2149724C-1478-43BB-8C32-ED27AABC29C7}" srcOrd="1" destOrd="0" presId="urn:microsoft.com/office/officeart/2005/8/layout/hierarchy2"/>
    <dgm:cxn modelId="{29CFCC5B-9A5E-4FC2-A6B9-5C00E38F5977}" type="presParOf" srcId="{2149724C-1478-43BB-8C32-ED27AABC29C7}" destId="{A44791AB-2162-4C0B-90DE-B0CDEE920922}" srcOrd="0" destOrd="0" presId="urn:microsoft.com/office/officeart/2005/8/layout/hierarchy2"/>
    <dgm:cxn modelId="{4A0BA32F-B263-41C7-B399-79E82C1871F4}" type="presParOf" srcId="{2149724C-1478-43BB-8C32-ED27AABC29C7}" destId="{CE6AB8D7-2951-4FA4-9547-3AF749261ED1}" srcOrd="1" destOrd="0" presId="urn:microsoft.com/office/officeart/2005/8/layout/hierarchy2"/>
    <dgm:cxn modelId="{D11C7470-36BE-4DC6-89E6-AC333D165F27}" type="presParOf" srcId="{D519B116-5591-474C-BAAE-FC5718FE0DDB}" destId="{3305CB66-6B73-4FD1-A839-3BBD63B4FE0B}" srcOrd="2" destOrd="0" presId="urn:microsoft.com/office/officeart/2005/8/layout/hierarchy2"/>
    <dgm:cxn modelId="{CA97013D-2601-46C9-83DB-A453CD105B5F}" type="presParOf" srcId="{3305CB66-6B73-4FD1-A839-3BBD63B4FE0B}" destId="{C5AFF327-658F-4838-9C82-39B0AC68516C}" srcOrd="0" destOrd="0" presId="urn:microsoft.com/office/officeart/2005/8/layout/hierarchy2"/>
    <dgm:cxn modelId="{6A404635-DA05-4942-BA70-F8DB8EA8ED52}" type="presParOf" srcId="{D519B116-5591-474C-BAAE-FC5718FE0DDB}" destId="{37E45E81-AB8E-4DA5-8000-E4FDBBDE69AA}" srcOrd="3" destOrd="0" presId="urn:microsoft.com/office/officeart/2005/8/layout/hierarchy2"/>
    <dgm:cxn modelId="{9440737B-5439-4D1F-9506-615C1DFC4F56}" type="presParOf" srcId="{37E45E81-AB8E-4DA5-8000-E4FDBBDE69AA}" destId="{9C59314F-A0DA-4CA0-B0C8-185A596E396C}" srcOrd="0" destOrd="0" presId="urn:microsoft.com/office/officeart/2005/8/layout/hierarchy2"/>
    <dgm:cxn modelId="{29DAB3A1-C301-4DBE-8E76-3BA6E5C081CB}" type="presParOf" srcId="{37E45E81-AB8E-4DA5-8000-E4FDBBDE69AA}" destId="{593E389B-1D83-4FF1-885F-FF75E6194340}" srcOrd="1" destOrd="0" presId="urn:microsoft.com/office/officeart/2005/8/layout/hierarchy2"/>
    <dgm:cxn modelId="{FE82CB21-B913-4E92-B843-8A31A7E86072}" type="presParOf" srcId="{D519B116-5591-474C-BAAE-FC5718FE0DDB}" destId="{502E635D-37D4-496E-89C3-7B5238E8CFB1}" srcOrd="4" destOrd="0" presId="urn:microsoft.com/office/officeart/2005/8/layout/hierarchy2"/>
    <dgm:cxn modelId="{8BC42B3D-3467-4B2B-900D-46D5E0A56603}" type="presParOf" srcId="{502E635D-37D4-496E-89C3-7B5238E8CFB1}" destId="{B79D52C0-AA59-46D6-8F50-4CDF084FCE65}" srcOrd="0" destOrd="0" presId="urn:microsoft.com/office/officeart/2005/8/layout/hierarchy2"/>
    <dgm:cxn modelId="{2DC84194-0BD4-4FBF-A696-980A6280739E}" type="presParOf" srcId="{D519B116-5591-474C-BAAE-FC5718FE0DDB}" destId="{2B8555FE-53DC-4932-A17E-FF99255F6365}" srcOrd="5" destOrd="0" presId="urn:microsoft.com/office/officeart/2005/8/layout/hierarchy2"/>
    <dgm:cxn modelId="{DFB0305E-C8A8-43CE-BC49-28B83043F35B}" type="presParOf" srcId="{2B8555FE-53DC-4932-A17E-FF99255F6365}" destId="{79688652-A84D-4620-BB03-B262594BDB6F}" srcOrd="0" destOrd="0" presId="urn:microsoft.com/office/officeart/2005/8/layout/hierarchy2"/>
    <dgm:cxn modelId="{4A91F6B8-4728-4B0B-AC06-C3813ADCC344}" type="presParOf" srcId="{2B8555FE-53DC-4932-A17E-FF99255F6365}" destId="{60F8091F-12B6-4D46-8D13-4A047E19B113}" srcOrd="1" destOrd="0" presId="urn:microsoft.com/office/officeart/2005/8/layout/hierarchy2"/>
    <dgm:cxn modelId="{66A04261-B4DF-4609-82C7-18205FC680D2}" type="presParOf" srcId="{16BF7D41-6AB9-4AE4-B53A-9E61D39CA986}" destId="{A85A89CC-4DC6-4548-A2D7-81AF6DEB7D85}" srcOrd="2" destOrd="0" presId="urn:microsoft.com/office/officeart/2005/8/layout/hierarchy2"/>
    <dgm:cxn modelId="{2F7BA3C6-D012-4FE3-9688-F0EE93F3EABA}" type="presParOf" srcId="{A85A89CC-4DC6-4548-A2D7-81AF6DEB7D85}" destId="{409FACE8-7926-4614-9FDC-B437F8CD753A}" srcOrd="0" destOrd="0" presId="urn:microsoft.com/office/officeart/2005/8/layout/hierarchy2"/>
    <dgm:cxn modelId="{3A4F1C49-CF24-4B20-B9E9-56E296028CBD}" type="presParOf" srcId="{16BF7D41-6AB9-4AE4-B53A-9E61D39CA986}" destId="{DCFA8D66-13AF-4D1E-955F-A026B6E53907}" srcOrd="3" destOrd="0" presId="urn:microsoft.com/office/officeart/2005/8/layout/hierarchy2"/>
    <dgm:cxn modelId="{7FD34C04-85AC-43E1-A2ED-4F4FF0FFEC53}" type="presParOf" srcId="{DCFA8D66-13AF-4D1E-955F-A026B6E53907}" destId="{A0110444-3F58-41EE-8A28-3FD1DEFF81C6}" srcOrd="0" destOrd="0" presId="urn:microsoft.com/office/officeart/2005/8/layout/hierarchy2"/>
    <dgm:cxn modelId="{0050E82F-5331-4CC4-B55C-3710F201307C}" type="presParOf" srcId="{DCFA8D66-13AF-4D1E-955F-A026B6E53907}" destId="{8CF7CB11-FD16-426B-8A39-F9F651C82F17}" srcOrd="1" destOrd="0" presId="urn:microsoft.com/office/officeart/2005/8/layout/hierarchy2"/>
    <dgm:cxn modelId="{6F6AE2C3-DE5F-4A70-974E-4F566CA02E6A}" type="presParOf" srcId="{8CF7CB11-FD16-426B-8A39-F9F651C82F17}" destId="{ED75461A-E841-45CA-B3C4-C440DCD709F9}" srcOrd="0" destOrd="0" presId="urn:microsoft.com/office/officeart/2005/8/layout/hierarchy2"/>
    <dgm:cxn modelId="{D682BAFD-AE91-49F8-83C1-BB260DE69C5D}" type="presParOf" srcId="{ED75461A-E841-45CA-B3C4-C440DCD709F9}" destId="{FD758FC1-32BB-4E72-A828-F17AC7402500}" srcOrd="0" destOrd="0" presId="urn:microsoft.com/office/officeart/2005/8/layout/hierarchy2"/>
    <dgm:cxn modelId="{6410977E-61E7-410B-A3F2-785FECBA1CD4}" type="presParOf" srcId="{8CF7CB11-FD16-426B-8A39-F9F651C82F17}" destId="{DB03C449-E74B-4533-AEE1-27E48493FB5C}" srcOrd="1" destOrd="0" presId="urn:microsoft.com/office/officeart/2005/8/layout/hierarchy2"/>
    <dgm:cxn modelId="{AAD55C61-E9C0-4391-8FFB-4B6B6FD7EC2A}" type="presParOf" srcId="{DB03C449-E74B-4533-AEE1-27E48493FB5C}" destId="{0D5C06AF-1A1D-48DE-AFEE-E634FA55A673}" srcOrd="0" destOrd="0" presId="urn:microsoft.com/office/officeart/2005/8/layout/hierarchy2"/>
    <dgm:cxn modelId="{6F623DB8-200D-49B9-8B38-65C4B269B9DD}" type="presParOf" srcId="{DB03C449-E74B-4533-AEE1-27E48493FB5C}" destId="{CD595A13-8053-487E-8CFF-CBDF2EE892D5}" srcOrd="1" destOrd="0" presId="urn:microsoft.com/office/officeart/2005/8/layout/hierarchy2"/>
    <dgm:cxn modelId="{936C96C5-82A6-43E9-A286-464F38E647A9}" type="presParOf" srcId="{8CF7CB11-FD16-426B-8A39-F9F651C82F17}" destId="{35D2DF70-770F-45AF-8CC9-87351B2EAD52}" srcOrd="2" destOrd="0" presId="urn:microsoft.com/office/officeart/2005/8/layout/hierarchy2"/>
    <dgm:cxn modelId="{5CAA4D53-3C55-43A0-97DB-A1D829280B43}" type="presParOf" srcId="{35D2DF70-770F-45AF-8CC9-87351B2EAD52}" destId="{7EA48B6B-A05F-407E-A4C3-5B74921F4047}" srcOrd="0" destOrd="0" presId="urn:microsoft.com/office/officeart/2005/8/layout/hierarchy2"/>
    <dgm:cxn modelId="{A3D9D0D8-9807-4CDD-BB37-56F9A6305A2B}" type="presParOf" srcId="{8CF7CB11-FD16-426B-8A39-F9F651C82F17}" destId="{B82488B3-6694-4325-9AD7-936040E117C6}" srcOrd="3" destOrd="0" presId="urn:microsoft.com/office/officeart/2005/8/layout/hierarchy2"/>
    <dgm:cxn modelId="{3A1035FC-D8BF-415B-88F1-C70CA513B18B}" type="presParOf" srcId="{B82488B3-6694-4325-9AD7-936040E117C6}" destId="{5EC4D291-1C98-45DD-82C2-4C0984AC4869}" srcOrd="0" destOrd="0" presId="urn:microsoft.com/office/officeart/2005/8/layout/hierarchy2"/>
    <dgm:cxn modelId="{1B5FBD9B-C645-4A6A-8E24-F8A279BD4485}" type="presParOf" srcId="{B82488B3-6694-4325-9AD7-936040E117C6}" destId="{964F03A9-1150-4F3E-B5D1-B7EF57A47326}" srcOrd="1" destOrd="0" presId="urn:microsoft.com/office/officeart/2005/8/layout/hierarchy2"/>
    <dgm:cxn modelId="{A196EAEB-431B-4876-8C45-5C3A0C034ECF}" type="presParOf" srcId="{8CF7CB11-FD16-426B-8A39-F9F651C82F17}" destId="{0F8CB499-12D1-4847-B00B-0ADCE1F70017}" srcOrd="4" destOrd="0" presId="urn:microsoft.com/office/officeart/2005/8/layout/hierarchy2"/>
    <dgm:cxn modelId="{367C2509-2D24-4F72-A19E-14CD38EF4617}" type="presParOf" srcId="{0F8CB499-12D1-4847-B00B-0ADCE1F70017}" destId="{E00DB702-C15E-4510-BEAF-8FFC71416A5B}" srcOrd="0" destOrd="0" presId="urn:microsoft.com/office/officeart/2005/8/layout/hierarchy2"/>
    <dgm:cxn modelId="{551DA6A4-139A-4FFA-9E31-9348180E6658}" type="presParOf" srcId="{8CF7CB11-FD16-426B-8A39-F9F651C82F17}" destId="{EE6FFF6A-87A7-40E1-B370-C0EBFEEB36A0}" srcOrd="5" destOrd="0" presId="urn:microsoft.com/office/officeart/2005/8/layout/hierarchy2"/>
    <dgm:cxn modelId="{21B08997-9EF0-4F86-A728-9E5D553E18C4}" type="presParOf" srcId="{EE6FFF6A-87A7-40E1-B370-C0EBFEEB36A0}" destId="{396C82DB-438D-4406-A984-373FA64BF519}" srcOrd="0" destOrd="0" presId="urn:microsoft.com/office/officeart/2005/8/layout/hierarchy2"/>
    <dgm:cxn modelId="{ADEA5539-4745-4B3A-BB8F-52798F85A89A}" type="presParOf" srcId="{EE6FFF6A-87A7-40E1-B370-C0EBFEEB36A0}" destId="{1A160E03-9035-4825-9A00-099D277D68EA}" srcOrd="1" destOrd="0" presId="urn:microsoft.com/office/officeart/2005/8/layout/hierarchy2"/>
    <dgm:cxn modelId="{6A1680B1-2ADD-4809-8417-A603882B8C63}" type="presParOf" srcId="{8CF7CB11-FD16-426B-8A39-F9F651C82F17}" destId="{38AB1E70-0647-497B-BFB9-1AA0D7A97D82}" srcOrd="6" destOrd="0" presId="urn:microsoft.com/office/officeart/2005/8/layout/hierarchy2"/>
    <dgm:cxn modelId="{7E4BF0D5-F518-49B6-8CB7-6E4415413C20}" type="presParOf" srcId="{38AB1E70-0647-497B-BFB9-1AA0D7A97D82}" destId="{61CD3DA8-7A36-47F2-8566-D65FE72497E3}" srcOrd="0" destOrd="0" presId="urn:microsoft.com/office/officeart/2005/8/layout/hierarchy2"/>
    <dgm:cxn modelId="{91ED5012-0E3E-4030-AAD0-C1D60E23131B}" type="presParOf" srcId="{8CF7CB11-FD16-426B-8A39-F9F651C82F17}" destId="{010ECC65-A3B6-42A9-AC4D-D954D796E2A6}" srcOrd="7" destOrd="0" presId="urn:microsoft.com/office/officeart/2005/8/layout/hierarchy2"/>
    <dgm:cxn modelId="{3DE6CE77-60A8-4C1B-8092-B9254327DCDE}" type="presParOf" srcId="{010ECC65-A3B6-42A9-AC4D-D954D796E2A6}" destId="{B50E44EC-F92E-4CDF-9E18-AD45E9F2E7FA}" srcOrd="0" destOrd="0" presId="urn:microsoft.com/office/officeart/2005/8/layout/hierarchy2"/>
    <dgm:cxn modelId="{A766E7F0-4669-4E8E-86B2-0716F6BB508D}" type="presParOf" srcId="{010ECC65-A3B6-42A9-AC4D-D954D796E2A6}" destId="{596FA663-A702-4CAE-9ACA-EBE787D124B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630B5-3F56-49AD-8F86-8038BC2C3CDE}">
      <dsp:nvSpPr>
        <dsp:cNvPr id="0" name=""/>
        <dsp:cNvSpPr/>
      </dsp:nvSpPr>
      <dsp:spPr>
        <a:xfrm>
          <a:off x="690009" y="1503374"/>
          <a:ext cx="1527168" cy="688516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MODELLING TOOLS</a:t>
          </a:r>
          <a:endParaRPr lang="en-GB" sz="2000" b="1" kern="1200" dirty="0"/>
        </a:p>
      </dsp:txBody>
      <dsp:txXfrm>
        <a:off x="710175" y="1523540"/>
        <a:ext cx="1486836" cy="648184"/>
      </dsp:txXfrm>
    </dsp:sp>
    <dsp:sp modelId="{D3097717-B715-4CF9-87BF-E5C99F6C027D}">
      <dsp:nvSpPr>
        <dsp:cNvPr id="0" name=""/>
        <dsp:cNvSpPr/>
      </dsp:nvSpPr>
      <dsp:spPr>
        <a:xfrm rot="17500715">
          <a:off x="1873410" y="1329677"/>
          <a:ext cx="1090283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1090283" y="113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/>
        </a:p>
      </dsp:txBody>
      <dsp:txXfrm>
        <a:off x="2391295" y="1313791"/>
        <a:ext cx="54514" cy="54514"/>
      </dsp:txXfrm>
    </dsp:sp>
    <dsp:sp modelId="{B051374F-5119-46A4-A0EF-7A89FC6BE09A}">
      <dsp:nvSpPr>
        <dsp:cNvPr id="0" name=""/>
        <dsp:cNvSpPr/>
      </dsp:nvSpPr>
      <dsp:spPr>
        <a:xfrm>
          <a:off x="2619927" y="582745"/>
          <a:ext cx="1646341" cy="503437"/>
        </a:xfrm>
        <a:prstGeom prst="roundRect">
          <a:avLst>
            <a:gd name="adj" fmla="val 10000"/>
          </a:avLst>
        </a:prstGeom>
        <a:solidFill>
          <a:srgbClr val="DEE4E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TOP-DOWN</a:t>
          </a:r>
          <a:endParaRPr lang="en-GB" sz="2000" b="1" kern="1200" dirty="0"/>
        </a:p>
      </dsp:txBody>
      <dsp:txXfrm>
        <a:off x="2634672" y="597490"/>
        <a:ext cx="1616851" cy="473947"/>
      </dsp:txXfrm>
    </dsp:sp>
    <dsp:sp modelId="{E2C3FD19-24C5-459E-B65E-D099B70A80F6}">
      <dsp:nvSpPr>
        <dsp:cNvPr id="0" name=""/>
        <dsp:cNvSpPr/>
      </dsp:nvSpPr>
      <dsp:spPr>
        <a:xfrm rot="19493897">
          <a:off x="4174715" y="533617"/>
          <a:ext cx="1006823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1006823" y="113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/>
        </a:p>
      </dsp:txBody>
      <dsp:txXfrm>
        <a:off x="4652956" y="519817"/>
        <a:ext cx="50341" cy="50341"/>
      </dsp:txXfrm>
    </dsp:sp>
    <dsp:sp modelId="{A44791AB-2162-4C0B-90DE-B0CDEE920922}">
      <dsp:nvSpPr>
        <dsp:cNvPr id="0" name=""/>
        <dsp:cNvSpPr/>
      </dsp:nvSpPr>
      <dsp:spPr>
        <a:xfrm>
          <a:off x="5089983" y="3792"/>
          <a:ext cx="2006954" cy="503437"/>
        </a:xfrm>
        <a:prstGeom prst="roundRect">
          <a:avLst>
            <a:gd name="adj" fmla="val 10000"/>
          </a:avLst>
        </a:prstGeom>
        <a:solidFill>
          <a:srgbClr val="DEE4E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ECONOMETRIC</a:t>
          </a:r>
          <a:endParaRPr lang="en-GB" sz="2000" kern="1200" dirty="0"/>
        </a:p>
      </dsp:txBody>
      <dsp:txXfrm>
        <a:off x="5104728" y="18537"/>
        <a:ext cx="1977464" cy="473947"/>
      </dsp:txXfrm>
    </dsp:sp>
    <dsp:sp modelId="{3305CB66-6B73-4FD1-A839-3BBD63B4FE0B}">
      <dsp:nvSpPr>
        <dsp:cNvPr id="0" name=""/>
        <dsp:cNvSpPr/>
      </dsp:nvSpPr>
      <dsp:spPr>
        <a:xfrm>
          <a:off x="4266269" y="823093"/>
          <a:ext cx="823714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823714" y="113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/>
        </a:p>
      </dsp:txBody>
      <dsp:txXfrm>
        <a:off x="4657533" y="813871"/>
        <a:ext cx="41185" cy="41185"/>
      </dsp:txXfrm>
    </dsp:sp>
    <dsp:sp modelId="{9C59314F-A0DA-4CA0-B0C8-185A596E396C}">
      <dsp:nvSpPr>
        <dsp:cNvPr id="0" name=""/>
        <dsp:cNvSpPr/>
      </dsp:nvSpPr>
      <dsp:spPr>
        <a:xfrm>
          <a:off x="5089983" y="582745"/>
          <a:ext cx="2006954" cy="503437"/>
        </a:xfrm>
        <a:prstGeom prst="roundRect">
          <a:avLst>
            <a:gd name="adj" fmla="val 10000"/>
          </a:avLst>
        </a:prstGeom>
        <a:solidFill>
          <a:srgbClr val="DEE4E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INPUT/OUTPUT</a:t>
          </a:r>
          <a:endParaRPr lang="en-GB" sz="2000" kern="1200" dirty="0"/>
        </a:p>
      </dsp:txBody>
      <dsp:txXfrm>
        <a:off x="5104728" y="597490"/>
        <a:ext cx="1977464" cy="473947"/>
      </dsp:txXfrm>
    </dsp:sp>
    <dsp:sp modelId="{502E635D-37D4-496E-89C3-7B5238E8CFB1}">
      <dsp:nvSpPr>
        <dsp:cNvPr id="0" name=""/>
        <dsp:cNvSpPr/>
      </dsp:nvSpPr>
      <dsp:spPr>
        <a:xfrm rot="2106103">
          <a:off x="4174715" y="1112570"/>
          <a:ext cx="1006823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1006823" y="113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/>
        </a:p>
      </dsp:txBody>
      <dsp:txXfrm>
        <a:off x="4652956" y="1098770"/>
        <a:ext cx="50341" cy="50341"/>
      </dsp:txXfrm>
    </dsp:sp>
    <dsp:sp modelId="{79688652-A84D-4620-BB03-B262594BDB6F}">
      <dsp:nvSpPr>
        <dsp:cNvPr id="0" name=""/>
        <dsp:cNvSpPr/>
      </dsp:nvSpPr>
      <dsp:spPr>
        <a:xfrm>
          <a:off x="5089983" y="1161698"/>
          <a:ext cx="2006954" cy="503437"/>
        </a:xfrm>
        <a:prstGeom prst="roundRect">
          <a:avLst>
            <a:gd name="adj" fmla="val 10000"/>
          </a:avLst>
        </a:prstGeom>
        <a:solidFill>
          <a:srgbClr val="DEE4EE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CGE</a:t>
          </a:r>
          <a:endParaRPr lang="en-GB" sz="2000" kern="1200" dirty="0"/>
        </a:p>
      </dsp:txBody>
      <dsp:txXfrm>
        <a:off x="5104728" y="1176443"/>
        <a:ext cx="1977464" cy="473947"/>
      </dsp:txXfrm>
    </dsp:sp>
    <dsp:sp modelId="{A85A89CC-4DC6-4548-A2D7-81AF6DEB7D85}">
      <dsp:nvSpPr>
        <dsp:cNvPr id="0" name=""/>
        <dsp:cNvSpPr/>
      </dsp:nvSpPr>
      <dsp:spPr>
        <a:xfrm rot="4099285">
          <a:off x="1873410" y="2342846"/>
          <a:ext cx="1090283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1090283" y="1137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/>
        </a:p>
      </dsp:txBody>
      <dsp:txXfrm>
        <a:off x="2391295" y="2326959"/>
        <a:ext cx="54514" cy="54514"/>
      </dsp:txXfrm>
    </dsp:sp>
    <dsp:sp modelId="{A0110444-3F58-41EE-8A28-3FD1DEFF81C6}">
      <dsp:nvSpPr>
        <dsp:cNvPr id="0" name=""/>
        <dsp:cNvSpPr/>
      </dsp:nvSpPr>
      <dsp:spPr>
        <a:xfrm>
          <a:off x="2619927" y="2609082"/>
          <a:ext cx="1646341" cy="503437"/>
        </a:xfrm>
        <a:prstGeom prst="roundRect">
          <a:avLst>
            <a:gd name="adj" fmla="val 10000"/>
          </a:avLst>
        </a:prstGeom>
        <a:solidFill>
          <a:srgbClr val="A1B1CF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BOTTOM-UP</a:t>
          </a:r>
          <a:endParaRPr lang="en-GB" sz="2000" b="1" kern="1200" dirty="0"/>
        </a:p>
      </dsp:txBody>
      <dsp:txXfrm>
        <a:off x="2634672" y="2623827"/>
        <a:ext cx="1616851" cy="473947"/>
      </dsp:txXfrm>
    </dsp:sp>
    <dsp:sp modelId="{ED75461A-E841-45CA-B3C4-C440DCD709F9}">
      <dsp:nvSpPr>
        <dsp:cNvPr id="0" name=""/>
        <dsp:cNvSpPr/>
      </dsp:nvSpPr>
      <dsp:spPr>
        <a:xfrm rot="18809178">
          <a:off x="4079654" y="2415215"/>
          <a:ext cx="1196944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1196944" y="113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/>
        </a:p>
      </dsp:txBody>
      <dsp:txXfrm>
        <a:off x="4648203" y="2396662"/>
        <a:ext cx="59847" cy="59847"/>
      </dsp:txXfrm>
    </dsp:sp>
    <dsp:sp modelId="{0D5C06AF-1A1D-48DE-AFEE-E634FA55A673}">
      <dsp:nvSpPr>
        <dsp:cNvPr id="0" name=""/>
        <dsp:cNvSpPr/>
      </dsp:nvSpPr>
      <dsp:spPr>
        <a:xfrm>
          <a:off x="5089983" y="1740652"/>
          <a:ext cx="2006954" cy="503437"/>
        </a:xfrm>
        <a:prstGeom prst="roundRect">
          <a:avLst>
            <a:gd name="adj" fmla="val 10000"/>
          </a:avLst>
        </a:prstGeom>
        <a:solidFill>
          <a:srgbClr val="A1B1CF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ACCOUNTING</a:t>
          </a:r>
          <a:endParaRPr lang="en-GB" sz="2000" kern="1200" dirty="0"/>
        </a:p>
      </dsp:txBody>
      <dsp:txXfrm>
        <a:off x="5104728" y="1755397"/>
        <a:ext cx="1977464" cy="473947"/>
      </dsp:txXfrm>
    </dsp:sp>
    <dsp:sp modelId="{35D2DF70-770F-45AF-8CC9-87351B2EAD52}">
      <dsp:nvSpPr>
        <dsp:cNvPr id="0" name=""/>
        <dsp:cNvSpPr/>
      </dsp:nvSpPr>
      <dsp:spPr>
        <a:xfrm rot="20438225">
          <a:off x="4241576" y="2704691"/>
          <a:ext cx="873099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873099" y="113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/>
        </a:p>
      </dsp:txBody>
      <dsp:txXfrm>
        <a:off x="4656299" y="2694235"/>
        <a:ext cx="43654" cy="43654"/>
      </dsp:txXfrm>
    </dsp:sp>
    <dsp:sp modelId="{5EC4D291-1C98-45DD-82C2-4C0984AC4869}">
      <dsp:nvSpPr>
        <dsp:cNvPr id="0" name=""/>
        <dsp:cNvSpPr/>
      </dsp:nvSpPr>
      <dsp:spPr>
        <a:xfrm>
          <a:off x="5089983" y="2319605"/>
          <a:ext cx="2006954" cy="503437"/>
        </a:xfrm>
        <a:prstGeom prst="roundRect">
          <a:avLst>
            <a:gd name="adj" fmla="val 10000"/>
          </a:avLst>
        </a:prstGeom>
        <a:solidFill>
          <a:srgbClr val="A1B1CF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SIMULATION</a:t>
          </a:r>
          <a:endParaRPr lang="en-GB" sz="2000" kern="1200" dirty="0"/>
        </a:p>
      </dsp:txBody>
      <dsp:txXfrm>
        <a:off x="5104728" y="2334350"/>
        <a:ext cx="1977464" cy="473947"/>
      </dsp:txXfrm>
    </dsp:sp>
    <dsp:sp modelId="{0F8CB499-12D1-4847-B00B-0ADCE1F70017}">
      <dsp:nvSpPr>
        <dsp:cNvPr id="0" name=""/>
        <dsp:cNvSpPr/>
      </dsp:nvSpPr>
      <dsp:spPr>
        <a:xfrm rot="1161775">
          <a:off x="4241576" y="2994168"/>
          <a:ext cx="873099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873099" y="113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/>
        </a:p>
      </dsp:txBody>
      <dsp:txXfrm>
        <a:off x="4656299" y="2983711"/>
        <a:ext cx="43654" cy="43654"/>
      </dsp:txXfrm>
    </dsp:sp>
    <dsp:sp modelId="{396C82DB-438D-4406-A984-373FA64BF519}">
      <dsp:nvSpPr>
        <dsp:cNvPr id="0" name=""/>
        <dsp:cNvSpPr/>
      </dsp:nvSpPr>
      <dsp:spPr>
        <a:xfrm>
          <a:off x="5089983" y="2898558"/>
          <a:ext cx="2006954" cy="503437"/>
        </a:xfrm>
        <a:prstGeom prst="roundRect">
          <a:avLst>
            <a:gd name="adj" fmla="val 10000"/>
          </a:avLst>
        </a:prstGeom>
        <a:solidFill>
          <a:srgbClr val="A1B1CF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OPTIMISATION</a:t>
          </a:r>
          <a:endParaRPr lang="en-GB" sz="2000" kern="1200" dirty="0"/>
        </a:p>
      </dsp:txBody>
      <dsp:txXfrm>
        <a:off x="5104728" y="2913303"/>
        <a:ext cx="1977464" cy="473947"/>
      </dsp:txXfrm>
    </dsp:sp>
    <dsp:sp modelId="{38AB1E70-0647-497B-BFB9-1AA0D7A97D82}">
      <dsp:nvSpPr>
        <dsp:cNvPr id="0" name=""/>
        <dsp:cNvSpPr/>
      </dsp:nvSpPr>
      <dsp:spPr>
        <a:xfrm rot="2775125">
          <a:off x="4082515" y="3279693"/>
          <a:ext cx="1191222" cy="22741"/>
        </a:xfrm>
        <a:custGeom>
          <a:avLst/>
          <a:gdLst/>
          <a:ahLst/>
          <a:cxnLst/>
          <a:rect l="0" t="0" r="0" b="0"/>
          <a:pathLst>
            <a:path>
              <a:moveTo>
                <a:pt x="0" y="11370"/>
              </a:moveTo>
              <a:lnTo>
                <a:pt x="1191222" y="1137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 dirty="0"/>
        </a:p>
      </dsp:txBody>
      <dsp:txXfrm>
        <a:off x="4648346" y="3261283"/>
        <a:ext cx="59561" cy="59561"/>
      </dsp:txXfrm>
    </dsp:sp>
    <dsp:sp modelId="{B50E44EC-F92E-4CDF-9E18-AD45E9F2E7FA}">
      <dsp:nvSpPr>
        <dsp:cNvPr id="0" name=""/>
        <dsp:cNvSpPr/>
      </dsp:nvSpPr>
      <dsp:spPr>
        <a:xfrm>
          <a:off x="5089983" y="3469608"/>
          <a:ext cx="2006954" cy="503437"/>
        </a:xfrm>
        <a:prstGeom prst="roundRect">
          <a:avLst>
            <a:gd name="adj" fmla="val 10000"/>
          </a:avLst>
        </a:prstGeom>
        <a:solidFill>
          <a:srgbClr val="A1B1CF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HYBRID MODELS</a:t>
          </a:r>
          <a:endParaRPr lang="en-GB" sz="2000" kern="1200" dirty="0"/>
        </a:p>
      </dsp:txBody>
      <dsp:txXfrm>
        <a:off x="5104728" y="3484353"/>
        <a:ext cx="1977464" cy="4739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E99D3-575E-4B33-AEE3-580024E0F63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051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E99D3-575E-4B33-AEE3-580024E0F63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728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E99D3-575E-4B33-AEE3-580024E0F63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044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E99D3-575E-4B33-AEE3-580024E0F63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29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E99D3-575E-4B33-AEE3-580024E0F63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737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E99D3-575E-4B33-AEE3-580024E0F63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17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Types of modelling tools</a:t>
            </a:r>
            <a:endParaRPr lang="en-GB" dirty="0"/>
          </a:p>
        </p:txBody>
      </p:sp>
      <p:graphicFrame>
        <p:nvGraphicFramePr>
          <p:cNvPr id="8" name="Diagram 7"/>
          <p:cNvGraphicFramePr/>
          <p:nvPr>
            <p:extLst/>
          </p:nvPr>
        </p:nvGraphicFramePr>
        <p:xfrm>
          <a:off x="-250392" y="1865314"/>
          <a:ext cx="7365983" cy="3984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99063" y="1513470"/>
            <a:ext cx="3051549" cy="492443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indent="0" algn="ctr"/>
            <a:r>
              <a:rPr lang="en-GB" sz="1600" spc="-150" dirty="0" smtClean="0"/>
              <a:t>Draw on macroeconomic relationships and cross-sectoral dependencies.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168831" y="2092170"/>
            <a:ext cx="0" cy="259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99063" y="5463236"/>
            <a:ext cx="2787781" cy="738664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indent="0"/>
            <a:r>
              <a:rPr lang="en-GB" sz="1600" spc="-150" dirty="0" smtClean="0"/>
              <a:t>Provide a more detailed technological representation of the system.</a:t>
            </a:r>
          </a:p>
          <a:p>
            <a:pPr indent="0"/>
            <a:r>
              <a:rPr lang="en-GB" sz="1600" spc="-150" dirty="0" smtClean="0"/>
              <a:t>Resource – to –use representation.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168831" y="5091387"/>
            <a:ext cx="0" cy="3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00067" y="1975489"/>
            <a:ext cx="3697359" cy="246221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indent="0"/>
            <a:r>
              <a:rPr lang="es-419" sz="1600" dirty="0" err="1" smtClean="0"/>
              <a:t>statistical</a:t>
            </a:r>
            <a:r>
              <a:rPr lang="es-419" sz="1600" dirty="0" smtClean="0"/>
              <a:t> </a:t>
            </a:r>
            <a:r>
              <a:rPr lang="es-419" sz="1600" dirty="0" err="1"/>
              <a:t>analysis</a:t>
            </a:r>
            <a:r>
              <a:rPr lang="es-419" sz="1600" dirty="0"/>
              <a:t> of </a:t>
            </a:r>
            <a:r>
              <a:rPr lang="es-419" sz="1600" dirty="0" err="1"/>
              <a:t>historical</a:t>
            </a:r>
            <a:r>
              <a:rPr lang="es-419" sz="1600" dirty="0"/>
              <a:t> time-series </a:t>
            </a:r>
            <a:endParaRPr lang="en-GB" sz="1600" spc="-150" dirty="0" err="1" smtClean="0"/>
          </a:p>
        </p:txBody>
      </p:sp>
      <p:sp>
        <p:nvSpPr>
          <p:cNvPr id="15" name="TextBox 14"/>
          <p:cNvSpPr txBox="1"/>
          <p:nvPr/>
        </p:nvSpPr>
        <p:spPr>
          <a:xfrm>
            <a:off x="6900067" y="2535278"/>
            <a:ext cx="5133082" cy="246221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indent="0"/>
            <a:r>
              <a:rPr lang="es-419" sz="1600" dirty="0" err="1"/>
              <a:t>interrelations</a:t>
            </a:r>
            <a:r>
              <a:rPr lang="es-419" sz="1600" dirty="0"/>
              <a:t> </a:t>
            </a:r>
            <a:r>
              <a:rPr lang="es-419" sz="1600" dirty="0" err="1"/>
              <a:t>between</a:t>
            </a:r>
            <a:r>
              <a:rPr lang="es-419" sz="1600" dirty="0"/>
              <a:t> </a:t>
            </a:r>
            <a:r>
              <a:rPr lang="es-419" sz="1600" dirty="0" err="1"/>
              <a:t>various</a:t>
            </a:r>
            <a:r>
              <a:rPr lang="es-419" sz="1600" dirty="0"/>
              <a:t> sub-</a:t>
            </a:r>
            <a:r>
              <a:rPr lang="es-419" sz="1600" dirty="0" err="1"/>
              <a:t>sectors</a:t>
            </a:r>
            <a:r>
              <a:rPr lang="es-419" sz="1600" dirty="0"/>
              <a:t> of </a:t>
            </a:r>
            <a:r>
              <a:rPr lang="es-419" sz="1600" dirty="0" err="1"/>
              <a:t>the</a:t>
            </a:r>
            <a:r>
              <a:rPr lang="es-419" sz="1600" dirty="0"/>
              <a:t> </a:t>
            </a:r>
            <a:r>
              <a:rPr lang="es-419" sz="1600" dirty="0" err="1"/>
              <a:t>economy</a:t>
            </a:r>
            <a:r>
              <a:rPr lang="es-419" sz="1600" dirty="0"/>
              <a:t> </a:t>
            </a:r>
            <a:endParaRPr lang="en-GB" sz="1600" spc="-150" dirty="0" err="1" smtClean="0"/>
          </a:p>
        </p:txBody>
      </p:sp>
      <p:sp>
        <p:nvSpPr>
          <p:cNvPr id="16" name="Rectangle 15"/>
          <p:cNvSpPr/>
          <p:nvPr/>
        </p:nvSpPr>
        <p:spPr>
          <a:xfrm>
            <a:off x="6900067" y="2981834"/>
            <a:ext cx="49806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sz="1600" dirty="0" err="1"/>
              <a:t>economy</a:t>
            </a:r>
            <a:r>
              <a:rPr lang="es-419" sz="1600" dirty="0"/>
              <a:t> </a:t>
            </a:r>
            <a:r>
              <a:rPr lang="es-419" sz="1600" dirty="0" err="1"/>
              <a:t>wide</a:t>
            </a:r>
            <a:r>
              <a:rPr lang="es-419" sz="1600" dirty="0"/>
              <a:t> general </a:t>
            </a:r>
            <a:r>
              <a:rPr lang="es-419" sz="1600" dirty="0" err="1"/>
              <a:t>equilibrium</a:t>
            </a:r>
            <a:r>
              <a:rPr lang="es-419" sz="1600" dirty="0"/>
              <a:t> </a:t>
            </a:r>
            <a:r>
              <a:rPr lang="es-419" sz="1600" dirty="0" err="1"/>
              <a:t>between</a:t>
            </a:r>
            <a:r>
              <a:rPr lang="es-419" sz="1600" dirty="0"/>
              <a:t> </a:t>
            </a:r>
            <a:r>
              <a:rPr lang="es-419" sz="1600" dirty="0" err="1"/>
              <a:t>sectoral</a:t>
            </a:r>
            <a:r>
              <a:rPr lang="es-419" sz="1600" dirty="0"/>
              <a:t> </a:t>
            </a:r>
            <a:r>
              <a:rPr lang="es-419" sz="1600" dirty="0" err="1"/>
              <a:t>demands</a:t>
            </a:r>
            <a:r>
              <a:rPr lang="es-419" sz="1600" dirty="0"/>
              <a:t> and </a:t>
            </a:r>
            <a:r>
              <a:rPr lang="es-419" sz="1600" dirty="0" err="1"/>
              <a:t>supplies</a:t>
            </a:r>
            <a:r>
              <a:rPr lang="es-419" sz="1600" dirty="0"/>
              <a:t> </a:t>
            </a:r>
            <a:endParaRPr lang="en-GB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6900067" y="3626605"/>
            <a:ext cx="4980682" cy="492443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indent="0"/>
            <a:r>
              <a:rPr lang="es-419" sz="1600" dirty="0" err="1" smtClean="0"/>
              <a:t>Projections</a:t>
            </a:r>
            <a:r>
              <a:rPr lang="es-419" sz="1600" dirty="0" smtClean="0"/>
              <a:t> </a:t>
            </a:r>
            <a:r>
              <a:rPr lang="es-419" sz="1600" dirty="0" err="1" smtClean="0"/>
              <a:t>based</a:t>
            </a:r>
            <a:r>
              <a:rPr lang="es-419" sz="1600" dirty="0" smtClean="0"/>
              <a:t> </a:t>
            </a:r>
            <a:r>
              <a:rPr lang="es-419" sz="1600" dirty="0" err="1" smtClean="0"/>
              <a:t>on</a:t>
            </a:r>
            <a:r>
              <a:rPr lang="es-419" sz="1600" dirty="0" smtClean="0"/>
              <a:t> socio-</a:t>
            </a:r>
            <a:r>
              <a:rPr lang="es-419" sz="1600" dirty="0" err="1" smtClean="0"/>
              <a:t>economic</a:t>
            </a:r>
            <a:r>
              <a:rPr lang="es-419" sz="1600" dirty="0" smtClean="0"/>
              <a:t>, </a:t>
            </a:r>
            <a:r>
              <a:rPr lang="es-419" sz="1600" dirty="0" err="1" smtClean="0"/>
              <a:t>technology</a:t>
            </a:r>
            <a:r>
              <a:rPr lang="es-419" sz="1600" dirty="0" smtClean="0"/>
              <a:t> and </a:t>
            </a:r>
            <a:r>
              <a:rPr lang="es-419" sz="1600" dirty="0" err="1" smtClean="0"/>
              <a:t>demographics</a:t>
            </a:r>
            <a:endParaRPr lang="en-GB" sz="1600" spc="-150" dirty="0" err="1" smtClean="0"/>
          </a:p>
        </p:txBody>
      </p:sp>
      <p:sp>
        <p:nvSpPr>
          <p:cNvPr id="18" name="TextBox 17"/>
          <p:cNvSpPr txBox="1"/>
          <p:nvPr/>
        </p:nvSpPr>
        <p:spPr>
          <a:xfrm>
            <a:off x="6900067" y="4294358"/>
            <a:ext cx="4980682" cy="246221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indent="0"/>
            <a:r>
              <a:rPr lang="es-419" sz="1600" dirty="0" err="1" smtClean="0"/>
              <a:t>Accounting</a:t>
            </a:r>
            <a:r>
              <a:rPr lang="es-419" sz="1600" dirty="0" smtClean="0"/>
              <a:t> + rules (</a:t>
            </a:r>
            <a:r>
              <a:rPr lang="es-419" sz="1600" dirty="0" err="1" smtClean="0"/>
              <a:t>for</a:t>
            </a:r>
            <a:r>
              <a:rPr lang="es-419" sz="1600" dirty="0" smtClean="0"/>
              <a:t> </a:t>
            </a:r>
            <a:r>
              <a:rPr lang="es-419" sz="1600" dirty="0" err="1" smtClean="0"/>
              <a:t>dispatch</a:t>
            </a:r>
            <a:r>
              <a:rPr lang="es-419" sz="1600" dirty="0" smtClean="0"/>
              <a:t>, </a:t>
            </a:r>
            <a:r>
              <a:rPr lang="es-419" sz="1600" dirty="0" err="1"/>
              <a:t>i</a:t>
            </a:r>
            <a:r>
              <a:rPr lang="es-419" sz="1600" dirty="0" err="1" smtClean="0"/>
              <a:t>nvestments</a:t>
            </a:r>
            <a:r>
              <a:rPr lang="es-419" sz="1600" dirty="0" smtClean="0"/>
              <a:t>, …)</a:t>
            </a:r>
            <a:endParaRPr lang="en-GB" sz="1600" spc="-150" dirty="0" err="1" smtClean="0"/>
          </a:p>
        </p:txBody>
      </p:sp>
      <p:sp>
        <p:nvSpPr>
          <p:cNvPr id="19" name="TextBox 18"/>
          <p:cNvSpPr txBox="1"/>
          <p:nvPr/>
        </p:nvSpPr>
        <p:spPr>
          <a:xfrm>
            <a:off x="6900067" y="4740028"/>
            <a:ext cx="4980682" cy="492443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indent="0"/>
            <a:r>
              <a:rPr lang="es-419" sz="1600" dirty="0" err="1" smtClean="0"/>
              <a:t>Calculate</a:t>
            </a:r>
            <a:r>
              <a:rPr lang="es-419" sz="1600" dirty="0" smtClean="0"/>
              <a:t> </a:t>
            </a:r>
            <a:r>
              <a:rPr lang="es-419" sz="1600" dirty="0" err="1" smtClean="0"/>
              <a:t>energy</a:t>
            </a:r>
            <a:r>
              <a:rPr lang="es-419" sz="1600" dirty="0" smtClean="0"/>
              <a:t> </a:t>
            </a:r>
            <a:r>
              <a:rPr lang="es-419" sz="1600" dirty="0" err="1" smtClean="0"/>
              <a:t>systems</a:t>
            </a:r>
            <a:r>
              <a:rPr lang="es-419" sz="1600" dirty="0" smtClean="0"/>
              <a:t> </a:t>
            </a:r>
            <a:r>
              <a:rPr lang="es-419" sz="1600" dirty="0" err="1" smtClean="0"/>
              <a:t>attributes</a:t>
            </a:r>
            <a:r>
              <a:rPr lang="es-419" sz="1600" dirty="0" smtClean="0"/>
              <a:t> </a:t>
            </a:r>
            <a:r>
              <a:rPr lang="es-419" sz="1600" dirty="0" err="1" smtClean="0"/>
              <a:t>driven</a:t>
            </a:r>
            <a:r>
              <a:rPr lang="es-419" sz="1600" dirty="0" smtClean="0"/>
              <a:t> </a:t>
            </a:r>
            <a:r>
              <a:rPr lang="es-419" sz="1600" dirty="0" err="1" smtClean="0"/>
              <a:t>by</a:t>
            </a:r>
            <a:r>
              <a:rPr lang="es-419" sz="1600" dirty="0" smtClean="0"/>
              <a:t> </a:t>
            </a:r>
            <a:r>
              <a:rPr lang="es-419" sz="1600" dirty="0" err="1" smtClean="0"/>
              <a:t>an</a:t>
            </a:r>
            <a:r>
              <a:rPr lang="es-419" sz="1600" dirty="0" smtClean="0"/>
              <a:t> </a:t>
            </a:r>
            <a:r>
              <a:rPr lang="es-419" sz="1600" dirty="0" err="1" smtClean="0"/>
              <a:t>objective</a:t>
            </a:r>
            <a:r>
              <a:rPr lang="es-419" sz="1600" dirty="0" smtClean="0"/>
              <a:t> </a:t>
            </a:r>
            <a:r>
              <a:rPr lang="es-419" sz="1600" dirty="0" err="1" smtClean="0"/>
              <a:t>function</a:t>
            </a:r>
            <a:r>
              <a:rPr lang="es-419" sz="1600" dirty="0" smtClean="0"/>
              <a:t>.</a:t>
            </a:r>
            <a:endParaRPr lang="en-GB" sz="1600" spc="-150" dirty="0" err="1" smtClean="0"/>
          </a:p>
        </p:txBody>
      </p:sp>
      <p:sp>
        <p:nvSpPr>
          <p:cNvPr id="20" name="TextBox 19"/>
          <p:cNvSpPr txBox="1"/>
          <p:nvPr/>
        </p:nvSpPr>
        <p:spPr>
          <a:xfrm>
            <a:off x="6911790" y="5463236"/>
            <a:ext cx="4980682" cy="246221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indent="0"/>
            <a:r>
              <a:rPr lang="es-419" sz="1600" dirty="0" err="1" smtClean="0"/>
              <a:t>Mix</a:t>
            </a:r>
            <a:r>
              <a:rPr lang="es-419" sz="1600" dirty="0" smtClean="0"/>
              <a:t> of </a:t>
            </a:r>
            <a:r>
              <a:rPr lang="es-419" sz="1600" dirty="0" err="1" smtClean="0"/>
              <a:t>two</a:t>
            </a:r>
            <a:r>
              <a:rPr lang="es-419" sz="1600" dirty="0" smtClean="0"/>
              <a:t> </a:t>
            </a:r>
            <a:r>
              <a:rPr lang="es-419" sz="1600" dirty="0" err="1" smtClean="0"/>
              <a:t>or</a:t>
            </a:r>
            <a:r>
              <a:rPr lang="es-419" sz="1600" dirty="0" smtClean="0"/>
              <a:t> more of </a:t>
            </a:r>
            <a:r>
              <a:rPr lang="es-419" sz="1600" dirty="0" err="1" smtClean="0"/>
              <a:t>the</a:t>
            </a:r>
            <a:r>
              <a:rPr lang="es-419" sz="1600" dirty="0" smtClean="0"/>
              <a:t> </a:t>
            </a:r>
            <a:r>
              <a:rPr lang="es-419" sz="1600" dirty="0" err="1" smtClean="0"/>
              <a:t>above</a:t>
            </a:r>
            <a:r>
              <a:rPr lang="es-419" sz="1600" dirty="0" smtClean="0"/>
              <a:t>.</a:t>
            </a:r>
            <a:endParaRPr lang="en-GB" sz="1600" spc="-150" dirty="0" err="1" smtClean="0"/>
          </a:p>
        </p:txBody>
      </p:sp>
      <p:sp>
        <p:nvSpPr>
          <p:cNvPr id="3" name="Rectangle 2"/>
          <p:cNvSpPr/>
          <p:nvPr/>
        </p:nvSpPr>
        <p:spPr>
          <a:xfrm>
            <a:off x="4668981" y="4698463"/>
            <a:ext cx="7195781" cy="6078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975E-265C-4C7D-9F59-41CC84AF9F4C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922405"/>
            <a:ext cx="10515600" cy="1003675"/>
          </a:xfrm>
          <a:solidFill>
            <a:srgbClr val="DEE4EE"/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i="1" dirty="0"/>
              <a:t>Study of decision problems in which one seeks to minimise or maximise a function by systematically choosing the values of variables within their allowed sets. </a:t>
            </a:r>
            <a:endParaRPr lang="es-419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Optimisation</a:t>
            </a:r>
            <a:r>
              <a:rPr lang="es-419" dirty="0"/>
              <a:t> </a:t>
            </a:r>
            <a:r>
              <a:rPr lang="es-419" dirty="0" err="1"/>
              <a:t>models</a:t>
            </a:r>
            <a:endParaRPr lang="es-419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3389358"/>
            <a:ext cx="1440180" cy="914400"/>
          </a:xfrm>
          <a:prstGeom prst="rect">
            <a:avLst/>
          </a:prstGeom>
        </p:spPr>
        <p:txBody>
          <a:bodyPr vert="horz" wrap="square" lIns="91440" tIns="0" rIns="91440" bIns="0" rtlCol="0" anchor="t">
            <a:normAutofit/>
          </a:bodyPr>
          <a:lstStyle/>
          <a:p>
            <a:pPr indent="0"/>
            <a:r>
              <a:rPr lang="en-GB" sz="2800" b="1" spc="-150" dirty="0"/>
              <a:t>Basic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3389358"/>
            <a:ext cx="9061704" cy="2677656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spc="-150" dirty="0"/>
              <a:t>Decision: </a:t>
            </a:r>
            <a:r>
              <a:rPr lang="en-GB" sz="2200" spc="-150" dirty="0"/>
              <a:t>describe alternative courses of action and are determined by decision makers (e.g. investments in new power plants);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spc="-150" dirty="0"/>
              <a:t>Parameters</a:t>
            </a:r>
            <a:r>
              <a:rPr lang="en-GB" sz="2200" spc="-150" dirty="0"/>
              <a:t>: factors that affect the results. They are determined by the elements of the system and can be called “</a:t>
            </a:r>
            <a:r>
              <a:rPr lang="en-GB" sz="2200" b="1" spc="-150" dirty="0"/>
              <a:t>constraints of the problem</a:t>
            </a:r>
            <a:r>
              <a:rPr lang="en-GB" sz="2200" spc="-150" dirty="0"/>
              <a:t>” if they limit decision makers (e.g. O&amp;M costs, emission caps, max capacity additions, fuel reserves).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200" b="1" spc="-150" dirty="0" smtClean="0"/>
              <a:t>Result</a:t>
            </a:r>
            <a:r>
              <a:rPr lang="en-GB" sz="2200" spc="-150" dirty="0"/>
              <a:t>: represent model outputs; they are frequently described by objective functions, such as profit (max) and cost (min or least-cost</a:t>
            </a:r>
            <a:r>
              <a:rPr lang="en-GB" sz="2200" spc="-150" dirty="0" smtClean="0"/>
              <a:t>).</a:t>
            </a:r>
            <a:endParaRPr lang="en-GB" sz="2200" spc="-15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AE2C4-417E-4D81-A4C1-901396B51467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7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52632"/>
            <a:ext cx="10515600" cy="4122499"/>
          </a:xfrm>
        </p:spPr>
        <p:txBody>
          <a:bodyPr>
            <a:normAutofit fontScale="92500"/>
          </a:bodyPr>
          <a:lstStyle/>
          <a:p>
            <a:r>
              <a:rPr lang="en-GB" u="sng" spc="0" dirty="0"/>
              <a:t>Common (but not exclusive!) characteristics: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spc="0" dirty="0"/>
              <a:t>Perfect competition: </a:t>
            </a:r>
            <a:r>
              <a:rPr lang="en-GB" sz="2600" spc="0" dirty="0"/>
              <a:t>all players in the market compete against each other and supply their electricity at their marginal cost (”price takers”);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spc="0" dirty="0"/>
              <a:t>Perfect information: </a:t>
            </a:r>
            <a:r>
              <a:rPr lang="en-GB" sz="2600" spc="0" dirty="0"/>
              <a:t>the market players make decisions with perfect information about parameters influencing them (e.g. all costs of all power plants known);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spc="0" dirty="0"/>
              <a:t>Perfect foresight</a:t>
            </a:r>
            <a:r>
              <a:rPr lang="en-GB" sz="2600" spc="0" dirty="0"/>
              <a:t>: sub-set of the above; market players are assumed to know everything that will happen in the future (e.g. how demand evolves);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spc="0" dirty="0"/>
              <a:t>Dynamic</a:t>
            </a:r>
            <a:r>
              <a:rPr lang="en-GB" sz="2600" spc="0" dirty="0"/>
              <a:t>: it gives solutions for different points in time (i.e. not only a snapshot);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spc="0" dirty="0" smtClean="0"/>
              <a:t>Economically-rational </a:t>
            </a:r>
            <a:r>
              <a:rPr lang="en-GB" sz="2600" b="1" spc="0" dirty="0"/>
              <a:t>consumer behaviour: </a:t>
            </a:r>
            <a:r>
              <a:rPr lang="en-GB" sz="2600" spc="0" dirty="0"/>
              <a:t>technologies with the cheapest life-cycle costs are invested in.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Characteristics of optimisation models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A4236-B99A-4943-A5AB-887F6EB9E167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4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52632"/>
            <a:ext cx="10515600" cy="4122499"/>
          </a:xfrm>
        </p:spPr>
        <p:txBody>
          <a:bodyPr>
            <a:normAutofit/>
          </a:bodyPr>
          <a:lstStyle/>
          <a:p>
            <a:r>
              <a:rPr lang="en-GB" sz="2400" b="1" spc="0" dirty="0"/>
              <a:t>One category is </a:t>
            </a:r>
            <a:r>
              <a:rPr lang="en-GB" sz="2400" b="1" i="1" spc="0" dirty="0"/>
              <a:t>Partial Equilibrium </a:t>
            </a:r>
            <a:r>
              <a:rPr lang="en-GB" sz="2400" b="1" spc="0" dirty="0"/>
              <a:t>models: </a:t>
            </a:r>
            <a:r>
              <a:rPr lang="en-GB" sz="2400" spc="0" dirty="0"/>
              <a:t>they calculate the economic equilibrium of supply and demand within the </a:t>
            </a:r>
            <a:r>
              <a:rPr lang="en-GB" sz="2400" spc="0" dirty="0" smtClean="0"/>
              <a:t>sector </a:t>
            </a:r>
            <a:r>
              <a:rPr lang="en-GB" sz="2400" spc="0" dirty="0"/>
              <a:t>being modelled (e.g. energy and power sectors).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Characteristics of optimisation models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231C24E-8FB9-4F47-8D95-98558D235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994" y="2884662"/>
            <a:ext cx="6317090" cy="3394917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B563D-7D7A-4AD0-AF30-CDDF04C758EC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7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759789"/>
            <a:ext cx="10515600" cy="4382219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/>
              <a:t>Linear programming (LP)</a:t>
            </a:r>
          </a:p>
          <a:p>
            <a:pPr lvl="1" indent="0">
              <a:spcAft>
                <a:spcPts val="600"/>
              </a:spcAft>
              <a:buNone/>
            </a:pPr>
            <a:r>
              <a:rPr lang="en-GB" sz="2000" dirty="0"/>
              <a:t>Type of optimisation in which the objective function and constraints are all linear. It is the base of other optimisation models. Mixed-Integer Linear Programming (MILP) is a subset.</a:t>
            </a:r>
            <a:endParaRPr lang="es-419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/>
              <a:t>Nonlinear programming (NLP)</a:t>
            </a:r>
          </a:p>
          <a:p>
            <a:pPr lvl="1" indent="0">
              <a:spcAft>
                <a:spcPts val="1200"/>
              </a:spcAft>
              <a:buNone/>
            </a:pPr>
            <a:r>
              <a:rPr lang="en-GB" sz="2000" dirty="0"/>
              <a:t>Similar to LP, but where some of the constraints and/or the objective function are nonlinear.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/>
              <a:t>Multi-objective programming (MOP)</a:t>
            </a:r>
          </a:p>
          <a:p>
            <a:pPr lvl="1" indent="0">
              <a:spcAft>
                <a:spcPts val="1200"/>
              </a:spcAft>
              <a:buNone/>
            </a:pPr>
            <a:r>
              <a:rPr lang="en-GB" sz="2000" dirty="0"/>
              <a:t>Process in which two or more conflicting objectives are optimised subject to certain constraints.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/>
              <a:t>Bi-level programming (BLP) and multi-level programming (MLP)</a:t>
            </a:r>
          </a:p>
          <a:p>
            <a:pPr lvl="1" indent="0">
              <a:buNone/>
            </a:pPr>
            <a:r>
              <a:rPr lang="en-GB" sz="2000" dirty="0"/>
              <a:t>Complex optimisation problems where one problem is embedded in another one (a BLP is a two-level MLP).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optimisation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1759789"/>
            <a:ext cx="10515600" cy="10269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89C9-44CA-4BC7-B9F7-2D3055211AC7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6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8800"/>
            <a:ext cx="6899031" cy="443643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to identify </a:t>
            </a:r>
            <a:r>
              <a:rPr lang="en-GB" sz="2400" b="1" dirty="0"/>
              <a:t>least-cost energy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to identify </a:t>
            </a:r>
            <a:r>
              <a:rPr lang="en-GB" sz="2400" b="1" dirty="0"/>
              <a:t>cost-effective responses </a:t>
            </a:r>
            <a:r>
              <a:rPr lang="en-GB" sz="2400" dirty="0"/>
              <a:t>to restrictions on emissions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to perform prospective analysis of long-term energy balances under different scenarios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to evaluate new technologies and </a:t>
            </a:r>
            <a:r>
              <a:rPr lang="en-GB" sz="2400" b="1" dirty="0"/>
              <a:t>priorities for R&amp;D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to evaluate the effects of </a:t>
            </a:r>
            <a:r>
              <a:rPr lang="en-GB" sz="2400" b="1" dirty="0"/>
              <a:t>regulations, taxes, and subsidies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to project inventories of </a:t>
            </a:r>
            <a:r>
              <a:rPr lang="en-GB" sz="2400" b="1" dirty="0"/>
              <a:t>greenhouse gas emissions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to estimate the value of </a:t>
            </a:r>
            <a:r>
              <a:rPr lang="en-GB" sz="2400" b="1" dirty="0"/>
              <a:t>regional cooperation</a:t>
            </a:r>
          </a:p>
          <a:p>
            <a:endParaRPr lang="en-GB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FA9A-6BCF-4CFA-8685-B7A43319A6CD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935480" y="342841"/>
            <a:ext cx="7100365" cy="1116286"/>
          </a:xfrm>
        </p:spPr>
        <p:txBody>
          <a:bodyPr/>
          <a:lstStyle/>
          <a:p>
            <a:r>
              <a:rPr lang="en-GB" dirty="0"/>
              <a:t>Why using linear optimisation models in energy systems analysis?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0" y="2799742"/>
            <a:ext cx="3768969" cy="2585323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/>
              <a:t>Investigate </a:t>
            </a:r>
            <a:r>
              <a:rPr lang="en-GB" sz="2400" b="1" spc="-150" dirty="0"/>
              <a:t>scenarios</a:t>
            </a:r>
            <a:r>
              <a:rPr lang="en-GB" sz="2400" spc="-150" dirty="0"/>
              <a:t> (possible futures);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/>
              <a:t>Explore </a:t>
            </a:r>
            <a:r>
              <a:rPr lang="en-GB" sz="2400" b="1" spc="-150" dirty="0"/>
              <a:t>alternatives</a:t>
            </a:r>
            <a:r>
              <a:rPr lang="en-GB" sz="2400" spc="-150" dirty="0"/>
              <a:t> to business as usual practices;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/>
              <a:t>Inform </a:t>
            </a:r>
            <a:r>
              <a:rPr lang="en-GB" sz="2400" b="1" spc="-150" dirty="0"/>
              <a:t>decisions</a:t>
            </a:r>
            <a:r>
              <a:rPr lang="en-GB" sz="2400" spc="-150" dirty="0"/>
              <a:t> (policy and strategic planning)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spc="-150" dirty="0"/>
          </a:p>
        </p:txBody>
      </p:sp>
      <p:sp>
        <p:nvSpPr>
          <p:cNvPr id="9" name="Right Brace 8"/>
          <p:cNvSpPr/>
          <p:nvPr/>
        </p:nvSpPr>
        <p:spPr>
          <a:xfrm>
            <a:off x="7696200" y="1690300"/>
            <a:ext cx="457200" cy="443643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3AEF-462D-4567-B74F-C93F4164814B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2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/>
      <p:bldP spid="9" grpId="0" animBg="1"/>
    </p:bld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6908</TotalTime>
  <Words>602</Words>
  <Application>Microsoft Office PowerPoint</Application>
  <PresentationFormat>Widescreen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OSeMOSYS_dESA_OpTIMUS</vt:lpstr>
      <vt:lpstr>Custom Design</vt:lpstr>
      <vt:lpstr>Types of modelling tools</vt:lpstr>
      <vt:lpstr>Optimisation models</vt:lpstr>
      <vt:lpstr>Characteristics of optimisation models</vt:lpstr>
      <vt:lpstr>Characteristics of optimisation models</vt:lpstr>
      <vt:lpstr>Types of optimisation models</vt:lpstr>
      <vt:lpstr>Why using linear optimisation models in energy systems analysis?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162</cp:revision>
  <dcterms:created xsi:type="dcterms:W3CDTF">2017-06-07T13:22:49Z</dcterms:created>
  <dcterms:modified xsi:type="dcterms:W3CDTF">2020-04-02T15:44:15Z</dcterms:modified>
</cp:coreProperties>
</file>