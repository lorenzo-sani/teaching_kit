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4"/>
  </p:notesMasterIdLst>
  <p:handoutMasterIdLst>
    <p:handoutMasterId r:id="rId5"/>
  </p:handoutMasterIdLst>
  <p:sldIdLst>
    <p:sldId id="272" r:id="rId2"/>
    <p:sldId id="27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oannis Pappis" initials="IP" lastIdx="1" clrIdx="0">
    <p:extLst>
      <p:ext uri="{19B8F6BF-5375-455C-9EA6-DF929625EA0E}">
        <p15:presenceInfo xmlns:p15="http://schemas.microsoft.com/office/powerpoint/2012/main" userId="S-1-5-21-4270984560-2697355171-1338322823-71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39" autoAdjust="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1308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Source of </a:t>
            </a:r>
            <a:r>
              <a:rPr lang="sv-SE" dirty="0" err="1"/>
              <a:t>quote</a:t>
            </a:r>
            <a:r>
              <a:rPr lang="sv-SE" dirty="0"/>
              <a:t> on 2/3</a:t>
            </a:r>
            <a:r>
              <a:rPr lang="sv-SE" baseline="0" dirty="0"/>
              <a:t> of GHG emissions coming from </a:t>
            </a:r>
            <a:r>
              <a:rPr lang="sv-SE" baseline="0" dirty="0" err="1"/>
              <a:t>energy</a:t>
            </a:r>
            <a:r>
              <a:rPr lang="sv-SE" baseline="0" dirty="0"/>
              <a:t> </a:t>
            </a:r>
            <a:r>
              <a:rPr lang="sv-SE" baseline="0" dirty="0" err="1"/>
              <a:t>sector</a:t>
            </a:r>
            <a:r>
              <a:rPr lang="sv-SE" dirty="0"/>
              <a:t>: https://www.iea.org/publications/freepublications/publication/WEO2015SpecialReportonEnergyandClimateChange.pdf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005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Source of image: https://www.iea.org/publications/freepublications/publication/WEO2015SpecialReportonEnergyandClimateChange.pdf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51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04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48686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744322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GB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320071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30032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474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9534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46697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30032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791776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39029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298238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54FD95-88D0-4DB5-B651-B4B585AE496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120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872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583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840125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A4DE5B-D266-47DA-B86B-5B95BCF9A6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4132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754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515601" cy="4351338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Greenhouse-gas emissions from the energy sector represent roughly two-thirds of all anthropogenic greenhouse-gas emissions.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Representatives from 195 nations at the COP21 in Paris agreed on a long-term goal to keep the global average temperature increase well below 2</a:t>
            </a:r>
            <a:r>
              <a:rPr lang="en-US" baseline="30000" dirty="0"/>
              <a:t>o</a:t>
            </a:r>
            <a:r>
              <a:rPr lang="en-US" dirty="0"/>
              <a:t>C. </a:t>
            </a:r>
          </a:p>
          <a:p>
            <a:pPr marL="0" indent="0" algn="ctr">
              <a:buNone/>
            </a:pPr>
            <a:r>
              <a:rPr lang="en-US" i="1" dirty="0"/>
              <a:t>There is a need for a </a:t>
            </a:r>
            <a:r>
              <a:rPr lang="en-US" b="1" i="1" dirty="0"/>
              <a:t>transition to a low carbon economy</a:t>
            </a:r>
            <a:r>
              <a:rPr lang="en-US" i="1" dirty="0"/>
              <a:t> to achieve this.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Emissions of other pollutants, such as NOx, SO2 and PM, which adversely affect health public health and the environment can be </a:t>
            </a:r>
            <a:r>
              <a:rPr lang="en-US" b="1" dirty="0"/>
              <a:t>monitored</a:t>
            </a:r>
            <a:r>
              <a:rPr lang="en-US" dirty="0"/>
              <a:t> and </a:t>
            </a:r>
            <a:r>
              <a:rPr lang="en-US" b="1" dirty="0"/>
              <a:t>reduced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Importance of emission accounting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191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53" y="119913"/>
            <a:ext cx="10338565" cy="64189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17770" y="6445528"/>
            <a:ext cx="289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dirty="0"/>
              <a:t>Source: IEA WEO 2015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>
                <a:solidFill>
                  <a:prstClr val="black">
                    <a:tint val="75000"/>
                  </a:prstClr>
                </a:solidFill>
              </a:rPr>
              <a:t>03/2019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76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7144</TotalTime>
  <Words>122</Words>
  <Application>Microsoft Office PowerPoint</Application>
  <PresentationFormat>Widescreen</PresentationFormat>
  <Paragraphs>15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KTH-OpTIMUS-DFID</vt:lpstr>
      <vt:lpstr>Importance of emission accounting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162</cp:revision>
  <dcterms:created xsi:type="dcterms:W3CDTF">2017-06-07T13:22:49Z</dcterms:created>
  <dcterms:modified xsi:type="dcterms:W3CDTF">2020-04-02T17:04:32Z</dcterms:modified>
</cp:coreProperties>
</file>