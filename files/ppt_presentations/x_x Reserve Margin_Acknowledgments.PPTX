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82" r:id="rId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5" roundtripDataSignature="AMtx7mie9cXJhKAcvk5aRGOnobtHDka+i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EE1D51B-67C6-4659-ACAD-171406E61F87}">
  <a:tblStyle styleId="{1EE1D51B-67C6-4659-ACAD-171406E61F87}" styleName="Table_0">
    <a:wholeTbl>
      <a:tcTxStyle b="off" i="off">
        <a:font>
          <a:latin typeface="Calibri Light"/>
          <a:ea typeface="Calibri Light"/>
          <a:cs typeface="Calibri Light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tcBdr/>
        <a:fill>
          <a:solidFill>
            <a:srgbClr val="D0DEE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EE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 Light"/>
          <a:ea typeface="Calibri Light"/>
          <a:cs typeface="Calibri Light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 Light"/>
          <a:ea typeface="Calibri Light"/>
          <a:cs typeface="Calibri Light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 Light"/>
          <a:ea typeface="Calibri Light"/>
          <a:cs typeface="Calibri Light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 Light"/>
          <a:ea typeface="Calibri Light"/>
          <a:cs typeface="Calibri Light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6540606-1534-434B-83BF-B05BCBD212AB}" styleName="Table_1">
    <a:wholeTbl>
      <a:tcTxStyle b="off" i="off">
        <a:font>
          <a:latin typeface="Calibri Light"/>
          <a:ea typeface="Calibri Light"/>
          <a:cs typeface="Calibri Light"/>
        </a:font>
        <a:schemeClr val="dk1"/>
      </a:tcTxStyle>
      <a:tcStyle>
        <a:tcBdr>
          <a:left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5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>
          <a:bottom>
            <a:ln w="254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60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9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0"/>
          <p:cNvSpPr txBox="1">
            <a:spLocks noGrp="1"/>
          </p:cNvSpPr>
          <p:nvPr>
            <p:ph type="body" idx="1"/>
          </p:nvPr>
        </p:nvSpPr>
        <p:spPr>
          <a:xfrm>
            <a:off x="838200" y="1616149"/>
            <a:ext cx="10515600" cy="4550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30"/>
          <p:cNvSpPr txBox="1">
            <a:spLocks noGrp="1"/>
          </p:cNvSpPr>
          <p:nvPr>
            <p:ph type="title"/>
          </p:nvPr>
        </p:nvSpPr>
        <p:spPr>
          <a:xfrm>
            <a:off x="1935480" y="342841"/>
            <a:ext cx="9418320" cy="1116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0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28" name="Google Shape;28;p30"/>
          <p:cNvSpPr txBox="1">
            <a:spLocks noGrp="1"/>
          </p:cNvSpPr>
          <p:nvPr>
            <p:ph type="dt" idx="10"/>
          </p:nvPr>
        </p:nvSpPr>
        <p:spPr>
          <a:xfrm>
            <a:off x="838199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" name="Google Shape;29;p30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ngelog and attribution">
  <p:cSld name="Changelog and attribution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1"/>
          <p:cNvSpPr txBox="1">
            <a:spLocks noGrp="1"/>
          </p:cNvSpPr>
          <p:nvPr>
            <p:ph type="title"/>
          </p:nvPr>
        </p:nvSpPr>
        <p:spPr>
          <a:xfrm>
            <a:off x="1935480" y="364808"/>
            <a:ext cx="941832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aphicFrame>
        <p:nvGraphicFramePr>
          <p:cNvPr id="32" name="Google Shape;32;p31"/>
          <p:cNvGraphicFramePr/>
          <p:nvPr/>
        </p:nvGraphicFramePr>
        <p:xfrm>
          <a:off x="838200" y="1616075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{1EE1D51B-67C6-4659-ACAD-171406E61F87}</a:tableStyleId>
              </a:tblPr>
              <a:tblGrid>
                <a:gridCol w="1490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08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08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Date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Author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Reviewer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Reviser 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3" name="Google Shape;33;p31"/>
          <p:cNvSpPr txBox="1"/>
          <p:nvPr/>
        </p:nvSpPr>
        <p:spPr>
          <a:xfrm>
            <a:off x="838200" y="5397500"/>
            <a:ext cx="10515600" cy="851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correctly reference this work, please use the following:</a:t>
            </a:r>
            <a:endParaRPr/>
          </a:p>
        </p:txBody>
      </p:sp>
      <p:sp>
        <p:nvSpPr>
          <p:cNvPr id="34" name="Google Shape;34;p31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35" name="Google Shape;35;p31"/>
          <p:cNvSpPr txBox="1">
            <a:spLocks noGrp="1"/>
          </p:cNvSpPr>
          <p:nvPr>
            <p:ph type="dt" idx="10"/>
          </p:nvPr>
        </p:nvSpPr>
        <p:spPr>
          <a:xfrm>
            <a:off x="838199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Google Shape;36;p31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2"/>
          <p:cNvSpPr txBox="1">
            <a:spLocks noGrp="1"/>
          </p:cNvSpPr>
          <p:nvPr>
            <p:ph type="body" idx="1"/>
          </p:nvPr>
        </p:nvSpPr>
        <p:spPr>
          <a:xfrm>
            <a:off x="838200" y="1616149"/>
            <a:ext cx="10515600" cy="4550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32"/>
          <p:cNvSpPr txBox="1">
            <a:spLocks noGrp="1"/>
          </p:cNvSpPr>
          <p:nvPr>
            <p:ph type="title"/>
          </p:nvPr>
        </p:nvSpPr>
        <p:spPr>
          <a:xfrm>
            <a:off x="1935480" y="382053"/>
            <a:ext cx="9418320" cy="669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2"/>
          <p:cNvSpPr txBox="1">
            <a:spLocks noGrp="1"/>
          </p:cNvSpPr>
          <p:nvPr>
            <p:ph type="body" idx="2"/>
          </p:nvPr>
        </p:nvSpPr>
        <p:spPr>
          <a:xfrm>
            <a:off x="1935480" y="1051561"/>
            <a:ext cx="9418320" cy="398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070"/>
              </a:buClr>
              <a:buSzPts val="2800"/>
              <a:buNone/>
              <a:defRPr b="1">
                <a:solidFill>
                  <a:srgbClr val="757070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32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42" name="Google Shape;42;p32"/>
          <p:cNvSpPr txBox="1">
            <a:spLocks noGrp="1"/>
          </p:cNvSpPr>
          <p:nvPr>
            <p:ph type="dt" idx="10"/>
          </p:nvPr>
        </p:nvSpPr>
        <p:spPr>
          <a:xfrm>
            <a:off x="838199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32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3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33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48" name="Google Shape;48;p33"/>
          <p:cNvSpPr txBox="1">
            <a:spLocks noGrp="1"/>
          </p:cNvSpPr>
          <p:nvPr>
            <p:ph type="dt" idx="10"/>
          </p:nvPr>
        </p:nvSpPr>
        <p:spPr>
          <a:xfrm>
            <a:off x="838199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33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4"/>
          <p:cNvSpPr txBox="1">
            <a:spLocks noGrp="1"/>
          </p:cNvSpPr>
          <p:nvPr>
            <p:ph type="title"/>
          </p:nvPr>
        </p:nvSpPr>
        <p:spPr>
          <a:xfrm>
            <a:off x="1935480" y="364808"/>
            <a:ext cx="941832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4"/>
          <p:cNvSpPr txBox="1">
            <a:spLocks noGrp="1"/>
          </p:cNvSpPr>
          <p:nvPr>
            <p:ph type="body" idx="1"/>
          </p:nvPr>
        </p:nvSpPr>
        <p:spPr>
          <a:xfrm>
            <a:off x="838200" y="1618488"/>
            <a:ext cx="5181600" cy="457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34"/>
          <p:cNvSpPr txBox="1">
            <a:spLocks noGrp="1"/>
          </p:cNvSpPr>
          <p:nvPr>
            <p:ph type="body" idx="2"/>
          </p:nvPr>
        </p:nvSpPr>
        <p:spPr>
          <a:xfrm>
            <a:off x="6172200" y="1618488"/>
            <a:ext cx="5181600" cy="457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34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55" name="Google Shape;55;p34"/>
          <p:cNvSpPr txBox="1">
            <a:spLocks noGrp="1"/>
          </p:cNvSpPr>
          <p:nvPr>
            <p:ph type="dt" idx="10"/>
          </p:nvPr>
        </p:nvSpPr>
        <p:spPr>
          <a:xfrm>
            <a:off x="838199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34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wo Content">
  <p:cSld name="1_Two Conten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5"/>
          <p:cNvSpPr txBox="1">
            <a:spLocks noGrp="1"/>
          </p:cNvSpPr>
          <p:nvPr>
            <p:ph type="body" idx="1"/>
          </p:nvPr>
        </p:nvSpPr>
        <p:spPr>
          <a:xfrm>
            <a:off x="838200" y="1618488"/>
            <a:ext cx="5181600" cy="457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35"/>
          <p:cNvSpPr txBox="1">
            <a:spLocks noGrp="1"/>
          </p:cNvSpPr>
          <p:nvPr>
            <p:ph type="body" idx="2"/>
          </p:nvPr>
        </p:nvSpPr>
        <p:spPr>
          <a:xfrm>
            <a:off x="6172200" y="1618488"/>
            <a:ext cx="5181600" cy="457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35"/>
          <p:cNvSpPr txBox="1">
            <a:spLocks noGrp="1"/>
          </p:cNvSpPr>
          <p:nvPr>
            <p:ph type="title"/>
          </p:nvPr>
        </p:nvSpPr>
        <p:spPr>
          <a:xfrm>
            <a:off x="1935480" y="382053"/>
            <a:ext cx="9418320" cy="669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35"/>
          <p:cNvSpPr txBox="1">
            <a:spLocks noGrp="1"/>
          </p:cNvSpPr>
          <p:nvPr>
            <p:ph type="body" idx="3"/>
          </p:nvPr>
        </p:nvSpPr>
        <p:spPr>
          <a:xfrm>
            <a:off x="1935480" y="1051561"/>
            <a:ext cx="9418320" cy="398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070"/>
              </a:buClr>
              <a:buSzPts val="2800"/>
              <a:buNone/>
              <a:defRPr b="1">
                <a:solidFill>
                  <a:srgbClr val="757070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35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63" name="Google Shape;63;p35"/>
          <p:cNvSpPr txBox="1">
            <a:spLocks noGrp="1"/>
          </p:cNvSpPr>
          <p:nvPr>
            <p:ph type="dt" idx="10"/>
          </p:nvPr>
        </p:nvSpPr>
        <p:spPr>
          <a:xfrm>
            <a:off x="838199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35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6"/>
          <p:cNvSpPr txBox="1">
            <a:spLocks noGrp="1"/>
          </p:cNvSpPr>
          <p:nvPr>
            <p:ph type="body" idx="1"/>
          </p:nvPr>
        </p:nvSpPr>
        <p:spPr>
          <a:xfrm>
            <a:off x="839788" y="1618488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7" name="Google Shape;67;p36"/>
          <p:cNvSpPr txBox="1">
            <a:spLocks noGrp="1"/>
          </p:cNvSpPr>
          <p:nvPr>
            <p:ph type="body" idx="2"/>
          </p:nvPr>
        </p:nvSpPr>
        <p:spPr>
          <a:xfrm>
            <a:off x="839788" y="2609087"/>
            <a:ext cx="5157787" cy="3580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36"/>
          <p:cNvSpPr txBox="1">
            <a:spLocks noGrp="1"/>
          </p:cNvSpPr>
          <p:nvPr>
            <p:ph type="body" idx="3"/>
          </p:nvPr>
        </p:nvSpPr>
        <p:spPr>
          <a:xfrm>
            <a:off x="6172200" y="1618488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9" name="Google Shape;69;p36"/>
          <p:cNvSpPr txBox="1">
            <a:spLocks noGrp="1"/>
          </p:cNvSpPr>
          <p:nvPr>
            <p:ph type="body" idx="4"/>
          </p:nvPr>
        </p:nvSpPr>
        <p:spPr>
          <a:xfrm>
            <a:off x="6172200" y="2609087"/>
            <a:ext cx="5183188" cy="3580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36"/>
          <p:cNvSpPr txBox="1">
            <a:spLocks noGrp="1"/>
          </p:cNvSpPr>
          <p:nvPr>
            <p:ph type="title"/>
          </p:nvPr>
        </p:nvSpPr>
        <p:spPr>
          <a:xfrm>
            <a:off x="1935480" y="354521"/>
            <a:ext cx="941832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6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72" name="Google Shape;72;p36"/>
          <p:cNvSpPr txBox="1">
            <a:spLocks noGrp="1"/>
          </p:cNvSpPr>
          <p:nvPr>
            <p:ph type="dt" idx="10"/>
          </p:nvPr>
        </p:nvSpPr>
        <p:spPr>
          <a:xfrm>
            <a:off x="838199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3" name="Google Shape;73;p36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7"/>
          <p:cNvSpPr txBox="1">
            <a:spLocks noGrp="1"/>
          </p:cNvSpPr>
          <p:nvPr>
            <p:ph type="title"/>
          </p:nvPr>
        </p:nvSpPr>
        <p:spPr>
          <a:xfrm>
            <a:off x="1935480" y="364808"/>
            <a:ext cx="941832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7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77" name="Google Shape;77;p37"/>
          <p:cNvSpPr txBox="1">
            <a:spLocks noGrp="1"/>
          </p:cNvSpPr>
          <p:nvPr>
            <p:ph type="dt" idx="10"/>
          </p:nvPr>
        </p:nvSpPr>
        <p:spPr>
          <a:xfrm>
            <a:off x="838199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8" name="Google Shape;78;p37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8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81" name="Google Shape;81;p38"/>
          <p:cNvSpPr txBox="1">
            <a:spLocks noGrp="1"/>
          </p:cNvSpPr>
          <p:nvPr>
            <p:ph type="dt" idx="10"/>
          </p:nvPr>
        </p:nvSpPr>
        <p:spPr>
          <a:xfrm>
            <a:off x="838199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38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9"/>
          <p:cNvSpPr txBox="1">
            <a:spLocks noGrp="1"/>
          </p:cNvSpPr>
          <p:nvPr>
            <p:ph type="title"/>
          </p:nvPr>
        </p:nvSpPr>
        <p:spPr>
          <a:xfrm>
            <a:off x="838200" y="1618488"/>
            <a:ext cx="3932237" cy="142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39"/>
          <p:cNvSpPr txBox="1">
            <a:spLocks noGrp="1"/>
          </p:cNvSpPr>
          <p:nvPr>
            <p:ph type="body" idx="1"/>
          </p:nvPr>
        </p:nvSpPr>
        <p:spPr>
          <a:xfrm>
            <a:off x="5183188" y="1618488"/>
            <a:ext cx="6172200" cy="451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86" name="Google Shape;86;p39"/>
          <p:cNvSpPr txBox="1">
            <a:spLocks noGrp="1"/>
          </p:cNvSpPr>
          <p:nvPr>
            <p:ph type="body" idx="2"/>
          </p:nvPr>
        </p:nvSpPr>
        <p:spPr>
          <a:xfrm>
            <a:off x="839788" y="3162300"/>
            <a:ext cx="3932237" cy="29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7" name="Google Shape;87;p39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88" name="Google Shape;88;p39"/>
          <p:cNvSpPr txBox="1">
            <a:spLocks noGrp="1"/>
          </p:cNvSpPr>
          <p:nvPr>
            <p:ph type="dt" idx="10"/>
          </p:nvPr>
        </p:nvSpPr>
        <p:spPr>
          <a:xfrm>
            <a:off x="838199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9" name="Google Shape;89;p39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0"/>
          <p:cNvSpPr txBox="1">
            <a:spLocks noGrp="1"/>
          </p:cNvSpPr>
          <p:nvPr>
            <p:ph type="title"/>
          </p:nvPr>
        </p:nvSpPr>
        <p:spPr>
          <a:xfrm>
            <a:off x="838200" y="1618488"/>
            <a:ext cx="3932237" cy="1426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40"/>
          <p:cNvSpPr>
            <a:spLocks noGrp="1"/>
          </p:cNvSpPr>
          <p:nvPr>
            <p:ph type="pic" idx="2"/>
          </p:nvPr>
        </p:nvSpPr>
        <p:spPr>
          <a:xfrm>
            <a:off x="5183188" y="1618488"/>
            <a:ext cx="6172200" cy="451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3" name="Google Shape;93;p40"/>
          <p:cNvSpPr txBox="1">
            <a:spLocks noGrp="1"/>
          </p:cNvSpPr>
          <p:nvPr>
            <p:ph type="body" idx="1"/>
          </p:nvPr>
        </p:nvSpPr>
        <p:spPr>
          <a:xfrm>
            <a:off x="839788" y="3162300"/>
            <a:ext cx="3932237" cy="29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94" name="Google Shape;94;p40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95" name="Google Shape;95;p40"/>
          <p:cNvSpPr txBox="1">
            <a:spLocks noGrp="1"/>
          </p:cNvSpPr>
          <p:nvPr>
            <p:ph type="dt" idx="10"/>
          </p:nvPr>
        </p:nvSpPr>
        <p:spPr>
          <a:xfrm>
            <a:off x="838199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6" name="Google Shape;96;p40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1"/>
          <p:cNvSpPr txBox="1">
            <a:spLocks noGrp="1"/>
          </p:cNvSpPr>
          <p:nvPr>
            <p:ph type="title"/>
          </p:nvPr>
        </p:nvSpPr>
        <p:spPr>
          <a:xfrm>
            <a:off x="1935480" y="364808"/>
            <a:ext cx="941832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41"/>
          <p:cNvSpPr txBox="1">
            <a:spLocks noGrp="1"/>
          </p:cNvSpPr>
          <p:nvPr>
            <p:ph type="body" idx="1"/>
          </p:nvPr>
        </p:nvSpPr>
        <p:spPr>
          <a:xfrm rot="5400000">
            <a:off x="3820633" y="-1366284"/>
            <a:ext cx="4550734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0" name="Google Shape;100;p41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101" name="Google Shape;101;p41"/>
          <p:cNvSpPr txBox="1">
            <a:spLocks noGrp="1"/>
          </p:cNvSpPr>
          <p:nvPr>
            <p:ph type="dt" idx="10"/>
          </p:nvPr>
        </p:nvSpPr>
        <p:spPr>
          <a:xfrm>
            <a:off x="838199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2" name="Google Shape;102;p41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4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6" name="Google Shape;106;p42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107" name="Google Shape;107;p42"/>
          <p:cNvSpPr txBox="1">
            <a:spLocks noGrp="1"/>
          </p:cNvSpPr>
          <p:nvPr>
            <p:ph type="dt" idx="10"/>
          </p:nvPr>
        </p:nvSpPr>
        <p:spPr>
          <a:xfrm>
            <a:off x="838199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8" name="Google Shape;108;p42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3"/>
          <p:cNvSpPr txBox="1">
            <a:spLocks noGrp="1"/>
          </p:cNvSpPr>
          <p:nvPr>
            <p:ph type="ctrTitle"/>
          </p:nvPr>
        </p:nvSpPr>
        <p:spPr>
          <a:xfrm>
            <a:off x="838200" y="1858963"/>
            <a:ext cx="10515600" cy="1883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alibri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43"/>
          <p:cNvSpPr txBox="1">
            <a:spLocks noGrp="1"/>
          </p:cNvSpPr>
          <p:nvPr>
            <p:ph type="subTitle" idx="1"/>
          </p:nvPr>
        </p:nvSpPr>
        <p:spPr>
          <a:xfrm>
            <a:off x="1524000" y="3880884"/>
            <a:ext cx="9144000" cy="188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12" name="Google Shape;112;p43"/>
          <p:cNvSpPr>
            <a:spLocks noGrp="1"/>
          </p:cNvSpPr>
          <p:nvPr>
            <p:ph type="pic" idx="2"/>
          </p:nvPr>
        </p:nvSpPr>
        <p:spPr>
          <a:xfrm>
            <a:off x="11006139" y="6054725"/>
            <a:ext cx="347661" cy="223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3" name="Google Shape;113;p43"/>
          <p:cNvSpPr txBox="1">
            <a:spLocks noGrp="1"/>
          </p:cNvSpPr>
          <p:nvPr>
            <p:ph type="body" idx="3"/>
          </p:nvPr>
        </p:nvSpPr>
        <p:spPr>
          <a:xfrm>
            <a:off x="838200" y="6054725"/>
            <a:ext cx="10515600" cy="202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1pPr>
            <a:lvl2pPr marL="914400" lvl="1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2pPr>
            <a:lvl3pPr marL="1371600" lvl="2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marL="1828800" lvl="3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4pPr>
            <a:lvl5pPr marL="2286000" lvl="4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4" name="Google Shape;114;p43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115" name="Google Shape;115;p43"/>
          <p:cNvSpPr txBox="1">
            <a:spLocks noGrp="1"/>
          </p:cNvSpPr>
          <p:nvPr>
            <p:ph type="dt" idx="10"/>
          </p:nvPr>
        </p:nvSpPr>
        <p:spPr>
          <a:xfrm>
            <a:off x="838199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6" name="Google Shape;116;p43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69000">
              <a:srgbClr val="FDFDFD"/>
            </a:gs>
            <a:gs pos="100000">
              <a:srgbClr val="E7E6E6">
                <a:alpha val="49803"/>
              </a:srgbClr>
            </a:gs>
          </a:gsLst>
          <a:lin ang="18900000" scaled="0"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8"/>
          <p:cNvSpPr txBox="1">
            <a:spLocks noGrp="1"/>
          </p:cNvSpPr>
          <p:nvPr>
            <p:ph type="title"/>
          </p:nvPr>
        </p:nvSpPr>
        <p:spPr>
          <a:xfrm>
            <a:off x="1935480" y="364808"/>
            <a:ext cx="941832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8"/>
          <p:cNvSpPr txBox="1">
            <a:spLocks noGrp="1"/>
          </p:cNvSpPr>
          <p:nvPr>
            <p:ph type="body" idx="1"/>
          </p:nvPr>
        </p:nvSpPr>
        <p:spPr>
          <a:xfrm>
            <a:off x="838200" y="1616149"/>
            <a:ext cx="10515600" cy="4550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12" name="Google Shape;12;p28"/>
          <p:cNvCxnSpPr/>
          <p:nvPr/>
        </p:nvCxnSpPr>
        <p:spPr>
          <a:xfrm>
            <a:off x="838200" y="6323905"/>
            <a:ext cx="10515600" cy="0"/>
          </a:xfrm>
          <a:prstGeom prst="straightConnector1">
            <a:avLst/>
          </a:prstGeom>
          <a:noFill/>
          <a:ln w="19050" cap="flat" cmpd="sng">
            <a:solidFill>
              <a:srgbClr val="D0CECE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3" name="Google Shape;13;p28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10235457" y="331676"/>
            <a:ext cx="1118343" cy="438912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  <p:pic>
        <p:nvPicPr>
          <p:cNvPr id="14" name="Google Shape;14;p28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10504458" y="844271"/>
            <a:ext cx="580339" cy="64008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7"/>
          <p:cNvSpPr txBox="1">
            <a:spLocks noGrp="1"/>
          </p:cNvSpPr>
          <p:nvPr>
            <p:ph type="body" idx="1"/>
          </p:nvPr>
        </p:nvSpPr>
        <p:spPr>
          <a:xfrm>
            <a:off x="838200" y="4592548"/>
            <a:ext cx="10515600" cy="1763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sv-SE" sz="2000" i="1"/>
              <a:t>To correctly reference this work, please use the following: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sv-SE" sz="2000"/>
              <a:t>Taliotis, C., Gardumi, F., Shivakumar, A., Sridharan, V., Ramos, E., Beltramo, A., Rogner, H., Howells, M., 2018. </a:t>
            </a:r>
            <a:r>
              <a:rPr lang="sv-SE" sz="2000" i="1"/>
              <a:t>Implementing capacity reserve in OSeMOSYS</a:t>
            </a:r>
            <a:r>
              <a:rPr lang="sv-SE" sz="2000"/>
              <a:t>,</a:t>
            </a:r>
            <a:r>
              <a:rPr lang="sv-SE" sz="2000" i="1"/>
              <a:t> </a:t>
            </a:r>
            <a:r>
              <a:rPr lang="sv-SE" sz="2000"/>
              <a:t>KTH-Desa and OpTIMUS.community.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sv-SE" sz="2000"/>
              <a:t>Available at: (URL). [Access date]</a:t>
            </a:r>
            <a:endParaRPr sz="2000"/>
          </a:p>
          <a:p>
            <a:pPr marL="0" lvl="0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sv-SE" sz="2000"/>
              <a:t>DOI: 10.5281/zenodo.2068953</a:t>
            </a:r>
            <a:endParaRPr/>
          </a:p>
        </p:txBody>
      </p:sp>
      <p:sp>
        <p:nvSpPr>
          <p:cNvPr id="458" name="Google Shape;458;p27"/>
          <p:cNvSpPr txBox="1">
            <a:spLocks noGrp="1"/>
          </p:cNvSpPr>
          <p:nvPr>
            <p:ph type="title"/>
          </p:nvPr>
        </p:nvSpPr>
        <p:spPr>
          <a:xfrm>
            <a:off x="1935480" y="342841"/>
            <a:ext cx="9418320" cy="1116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sv-SE"/>
              <a:t>Changelog and Attribution</a:t>
            </a:r>
            <a:endParaRPr/>
          </a:p>
        </p:txBody>
      </p:sp>
      <p:graphicFrame>
        <p:nvGraphicFramePr>
          <p:cNvPr id="459" name="Google Shape;459;p27"/>
          <p:cNvGraphicFramePr/>
          <p:nvPr/>
        </p:nvGraphicFramePr>
        <p:xfrm>
          <a:off x="838200" y="1616149"/>
          <a:ext cx="10515575" cy="1930430"/>
        </p:xfrm>
        <a:graphic>
          <a:graphicData uri="http://schemas.openxmlformats.org/drawingml/2006/table">
            <a:tbl>
              <a:tblPr firstRow="1" bandRow="1">
                <a:noFill/>
                <a:tableStyleId>{1EE1D51B-67C6-4659-ACAD-171406E61F87}</a:tableStyleId>
              </a:tblPr>
              <a:tblGrid>
                <a:gridCol w="1490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08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08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Date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Author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Reviewer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Reviser 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2018-06-12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Taliotis, C., Gardumi, F., Shivakumar, A., Sridharan, V., Ramos, E., Beltramo, A., Rogner, H., Howells, M.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Howells, M., Beltramo, A.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sv-SE" sz="1800"/>
                        <a:t>Gardumi, F., Taliotis, C.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60" name="Google Shape;460;p27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sv-SE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KTH-OpTIMUS-DFID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</Words>
  <Application>Microsoft Office PowerPoint</Application>
  <PresentationFormat>Widescreen</PresentationFormat>
  <Paragraphs>14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KTH-OpTIMUS-DFID</vt:lpstr>
      <vt:lpstr>Changelog and Attribution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Changelog and Attribution</dc:title>
  <dc:creator>Ioannis Pappis</dc:creator>
  <cp:lastModifiedBy>Francesco Gardumi</cp:lastModifiedBy>
  <cp:revision>1</cp:revision>
  <dcterms:created xsi:type="dcterms:W3CDTF">2017-06-07T13:22:49Z</dcterms:created>
  <dcterms:modified xsi:type="dcterms:W3CDTF">2020-04-03T11:28:31Z</dcterms:modified>
</cp:coreProperties>
</file>