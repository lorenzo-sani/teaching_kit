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3"/>
  </p:notesMasterIdLst>
  <p:handoutMasterIdLst>
    <p:handoutMasterId r:id="rId4"/>
  </p:handoutMasterIdLst>
  <p:sldIdLst>
    <p:sldId id="3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592548"/>
            <a:ext cx="10515600" cy="1763801"/>
          </a:xfrm>
        </p:spPr>
        <p:txBody>
          <a:bodyPr anchor="b">
            <a:noAutofit/>
          </a:bodyPr>
          <a:lstStyle/>
          <a:p>
            <a:pPr>
              <a:spcBef>
                <a:spcPts val="400"/>
              </a:spcBef>
            </a:pPr>
            <a:r>
              <a:rPr lang="sv-SE" sz="2000" i="1" dirty="0"/>
              <a:t>To </a:t>
            </a:r>
            <a:r>
              <a:rPr lang="sv-SE" sz="2000" i="1" dirty="0" err="1"/>
              <a:t>correctly</a:t>
            </a:r>
            <a:r>
              <a:rPr lang="sv-SE" sz="2000" i="1" dirty="0"/>
              <a:t> </a:t>
            </a:r>
            <a:r>
              <a:rPr lang="sv-SE" sz="2000" i="1" dirty="0" err="1"/>
              <a:t>reference</a:t>
            </a:r>
            <a:r>
              <a:rPr lang="sv-SE" sz="2000" i="1" dirty="0"/>
              <a:t> </a:t>
            </a:r>
            <a:r>
              <a:rPr lang="sv-SE" sz="2000" i="1" dirty="0" err="1"/>
              <a:t>this</a:t>
            </a:r>
            <a:r>
              <a:rPr lang="sv-SE" sz="2000" i="1" dirty="0"/>
              <a:t> </a:t>
            </a:r>
            <a:r>
              <a:rPr lang="sv-SE" sz="2000" i="1" dirty="0" err="1"/>
              <a:t>work</a:t>
            </a:r>
            <a:r>
              <a:rPr lang="sv-SE" sz="2000" i="1" dirty="0"/>
              <a:t>, </a:t>
            </a:r>
            <a:r>
              <a:rPr lang="sv-SE" sz="2000" i="1" dirty="0" err="1"/>
              <a:t>please</a:t>
            </a:r>
            <a:r>
              <a:rPr lang="sv-SE" sz="2000" i="1" dirty="0"/>
              <a:t> </a:t>
            </a:r>
            <a:r>
              <a:rPr lang="sv-SE" sz="2000" i="1" dirty="0" err="1"/>
              <a:t>use</a:t>
            </a:r>
            <a:r>
              <a:rPr lang="sv-SE" sz="2000" i="1" dirty="0"/>
              <a:t> the </a:t>
            </a:r>
            <a:r>
              <a:rPr lang="sv-SE" sz="2000" i="1" dirty="0" err="1"/>
              <a:t>following</a:t>
            </a:r>
            <a:r>
              <a:rPr lang="sv-SE" sz="2000" i="1" dirty="0"/>
              <a:t>:</a:t>
            </a:r>
          </a:p>
          <a:p>
            <a:pPr>
              <a:spcBef>
                <a:spcPts val="400"/>
              </a:spcBef>
            </a:pPr>
            <a:r>
              <a:rPr lang="sv-SE" sz="2000" dirty="0"/>
              <a:t>Taliotis, C., Gardumi, F., Shivakumar, A., Sridharan, V., Ramos, E., Beltramo, </a:t>
            </a:r>
            <a:r>
              <a:rPr lang="sv-SE" sz="2000" dirty="0" smtClean="0"/>
              <a:t>A., Henke, H., </a:t>
            </a:r>
            <a:r>
              <a:rPr lang="sv-SE" sz="2000" dirty="0" err="1"/>
              <a:t>Rogner</a:t>
            </a:r>
            <a:r>
              <a:rPr lang="sv-SE" sz="2000" dirty="0"/>
              <a:t>, H., Howells, M., </a:t>
            </a:r>
            <a:r>
              <a:rPr lang="sv-SE" sz="2000" dirty="0" smtClean="0"/>
              <a:t>2019. </a:t>
            </a:r>
            <a:r>
              <a:rPr lang="en-US" sz="2000" i="1" dirty="0">
                <a:cs typeface="Helvetica" panose="020B0604020202020204" pitchFamily="34" charset="0"/>
              </a:rPr>
              <a:t>Electricity supply system in </a:t>
            </a:r>
            <a:r>
              <a:rPr lang="en-US" sz="2000" i="1" dirty="0" err="1">
                <a:cs typeface="Helvetica" panose="020B0604020202020204" pitchFamily="34" charset="0"/>
              </a:rPr>
              <a:t>OSeMOSYS</a:t>
            </a:r>
            <a:r>
              <a:rPr lang="en-US" sz="2000" i="1" dirty="0">
                <a:cs typeface="Helvetica" panose="020B0604020202020204" pitchFamily="34" charset="0"/>
              </a:rPr>
              <a:t> I (Thermal power plants and T&amp;D)</a:t>
            </a:r>
            <a:r>
              <a:rPr lang="sv-SE" sz="2000" dirty="0"/>
              <a:t>, </a:t>
            </a:r>
            <a:r>
              <a:rPr lang="sv-SE" sz="2000" dirty="0" smtClean="0"/>
              <a:t>KTH-</a:t>
            </a:r>
            <a:r>
              <a:rPr lang="sv-SE" sz="2000" dirty="0" err="1" smtClean="0"/>
              <a:t>dESA</a:t>
            </a:r>
            <a:r>
              <a:rPr lang="sv-SE" sz="2000" dirty="0" smtClean="0"/>
              <a:t> </a:t>
            </a:r>
            <a:r>
              <a:rPr lang="sv-SE" sz="2000" dirty="0"/>
              <a:t>and </a:t>
            </a:r>
            <a:r>
              <a:rPr lang="sv-SE" sz="2000" dirty="0" err="1"/>
              <a:t>OpTIMUS.community</a:t>
            </a:r>
            <a:r>
              <a:rPr lang="sv-SE" sz="2000" dirty="0"/>
              <a:t>. </a:t>
            </a:r>
          </a:p>
          <a:p>
            <a:pPr>
              <a:spcBef>
                <a:spcPts val="400"/>
              </a:spcBef>
            </a:pPr>
            <a:r>
              <a:rPr lang="sv-SE" sz="2000" dirty="0" err="1"/>
              <a:t>Available</a:t>
            </a:r>
            <a:r>
              <a:rPr lang="sv-SE" sz="2000" dirty="0"/>
              <a:t> at: (URL). [Access date]</a:t>
            </a:r>
            <a:endParaRPr lang="en-GB" sz="2000" dirty="0"/>
          </a:p>
          <a:p>
            <a:pPr>
              <a:spcBef>
                <a:spcPts val="400"/>
              </a:spcBef>
            </a:pPr>
            <a:r>
              <a:rPr lang="sv-SE" sz="2000" dirty="0"/>
              <a:t>DOI</a:t>
            </a:r>
            <a:r>
              <a:rPr lang="sv-SE" sz="2000" dirty="0" smtClean="0"/>
              <a:t>:</a:t>
            </a:r>
            <a:endParaRPr lang="sv-SE" sz="2000" dirty="0"/>
          </a:p>
        </p:txBody>
      </p:sp>
      <p:graphicFrame>
        <p:nvGraphicFramePr>
          <p:cNvPr id="5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218878"/>
              </p:ext>
            </p:extLst>
          </p:nvPr>
        </p:nvGraphicFramePr>
        <p:xfrm>
          <a:off x="838200" y="1616149"/>
          <a:ext cx="10515601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2018-06-12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M., Beltramo, A.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/>
                        <a:t>Gardumi, F., Taliotis, C.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2019-03-04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</a:t>
                      </a:r>
                      <a:r>
                        <a:rPr lang="sv-SE" sz="1800" dirty="0" smtClean="0"/>
                        <a:t>., Henke, H.,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</a:t>
                      </a:r>
                      <a:r>
                        <a:rPr lang="en-US" dirty="0" smtClean="0"/>
                        <a:t>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 smtClean="0"/>
                        <a:t>Beltramo, A., Henke, H.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Changelog</a:t>
            </a:r>
            <a:r>
              <a:rPr lang="fr-FR" dirty="0"/>
              <a:t> and Attribution</a:t>
            </a:r>
          </a:p>
        </p:txBody>
      </p:sp>
    </p:spTree>
    <p:extLst>
      <p:ext uri="{BB962C8B-B14F-4D97-AF65-F5344CB8AC3E}">
        <p14:creationId xmlns:p14="http://schemas.microsoft.com/office/powerpoint/2010/main" val="95490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10553</TotalTime>
  <Words>186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KTH-OpTIMUS-DFID</vt:lpstr>
      <vt:lpstr>Changelog and Attribution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167</cp:revision>
  <dcterms:created xsi:type="dcterms:W3CDTF">2017-06-07T13:22:49Z</dcterms:created>
  <dcterms:modified xsi:type="dcterms:W3CDTF">2020-04-03T11:27:30Z</dcterms:modified>
</cp:coreProperties>
</file>