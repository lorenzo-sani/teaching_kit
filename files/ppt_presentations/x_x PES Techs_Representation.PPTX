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6"/>
  </p:notesMasterIdLst>
  <p:handoutMasterIdLst>
    <p:handoutMasterId r:id="rId7"/>
  </p:handoutMasterIdLst>
  <p:sldIdLst>
    <p:sldId id="303" r:id="rId2"/>
    <p:sldId id="325" r:id="rId3"/>
    <p:sldId id="304" r:id="rId4"/>
    <p:sldId id="3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1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84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B11823-BC5F-4211-AE81-7CA4ECD95B34}"/>
              </a:ext>
            </a:extLst>
          </p:cNvPr>
          <p:cNvSpPr/>
          <p:nvPr/>
        </p:nvSpPr>
        <p:spPr>
          <a:xfrm>
            <a:off x="1877986" y="1439487"/>
            <a:ext cx="2481072" cy="52819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1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08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Domestic extraction / production of fuels;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Import of fuels;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Fuels can be: coal, oil, oil products, natural gas, LNG, uranium, biomass,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13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pc="0" dirty="0"/>
              <a:t>They are typically represented in the Reference Energy System by a technology with </a:t>
            </a:r>
            <a:r>
              <a:rPr lang="en-US" b="1" spc="0" dirty="0"/>
              <a:t>only outputs </a:t>
            </a:r>
            <a:r>
              <a:rPr lang="en-US" spc="0" dirty="0"/>
              <a:t>(no inputs).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46046F-D0BD-430F-A310-DAC11EDA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54" y="3106992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4C3FA2E9-985D-4C46-A1CE-12C070AB3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9554" y="3716592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8B29D35-4B73-4A03-8A74-C9F06FD32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586" y="3198167"/>
            <a:ext cx="764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Coal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D647917-2EBA-4977-829E-201C1A255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471" y="3462592"/>
            <a:ext cx="2069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Coal extraction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90BB6B9-5B21-48D4-8B16-77B9E979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470" y="4724399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B28F0615-7E13-4C7D-9947-2D95CEA9E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470" y="53339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0E151AC4-D294-4EF4-A653-8969B54DF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502" y="4815574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gas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25687329-A454-467F-8AAC-931D8B2E3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243" y="5079999"/>
            <a:ext cx="2489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Natural gas import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5C5A4F5-066E-45B6-A72E-8D0E655A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80129"/>
            <a:ext cx="26670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7" name="Line 5">
            <a:extLst>
              <a:ext uri="{FF2B5EF4-FFF2-40B4-BE49-F238E27FC236}">
                <a16:creationId xmlns:a16="http://schemas.microsoft.com/office/drawing/2014/main" id="{B75C1805-4DE0-4D3D-AD1E-BAC15D295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18972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E963136A-AEF7-4141-831B-44E3A866F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0032" y="3671304"/>
            <a:ext cx="23818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Biomass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E0C79032-8857-4851-BF38-DCCDE843C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158" y="3736463"/>
            <a:ext cx="21286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Biomass production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energy supply technologies</a:t>
            </a:r>
            <a:endParaRPr lang="fr-FR" dirty="0"/>
          </a:p>
        </p:txBody>
      </p:sp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84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95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KTH-OpTIMUS-DFID</vt:lpstr>
      <vt:lpstr>Primary energy supply technologies</vt:lpstr>
      <vt:lpstr>Primary energy supply technologies</vt:lpstr>
      <vt:lpstr>Primary energy supply technologies</vt:lpstr>
      <vt:lpstr>Primary energy supply technologies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121</cp:revision>
  <dcterms:created xsi:type="dcterms:W3CDTF">2017-06-07T13:22:49Z</dcterms:created>
  <dcterms:modified xsi:type="dcterms:W3CDTF">2020-04-02T16:59:11Z</dcterms:modified>
</cp:coreProperties>
</file>