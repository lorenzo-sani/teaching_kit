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61" r:id="rId3"/>
    <p:sldId id="262" r:id="rId4"/>
    <p:sldId id="263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e9cXJhKAcvk5aRGOnobtHDka+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E1D51B-67C6-4659-ACAD-171406E61F87}">
  <a:tblStyle styleId="{1EE1D51B-67C6-4659-ACAD-171406E61F87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540606-1534-434B-83BF-B05BCBD212AB}" styleName="Table_1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36" Type="http://schemas.openxmlformats.org/officeDocument/2006/relationships/presProps" Target="presProps.xml"/><Relationship Id="rId4" Type="http://schemas.openxmlformats.org/officeDocument/2006/relationships/slide" Target="slides/slide3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aphicFrame>
        <p:nvGraphicFramePr>
          <p:cNvPr id="32" name="Google Shape;32;p3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{1EE1D51B-67C6-4659-ACAD-171406E61F87}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Google Shape;33;p3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1935480" y="1051561"/>
            <a:ext cx="941832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3"/>
          </p:nvPr>
        </p:nvSpPr>
        <p:spPr>
          <a:xfrm>
            <a:off x="1935480" y="1051561"/>
            <a:ext cx="941832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1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07" name="Google Shape;107;p42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"/>
          <p:cNvSpPr txBox="1"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3"/>
          <p:cNvSpPr txBox="1"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43"/>
          <p:cNvSpPr>
            <a:spLocks noGrp="1"/>
          </p:cNvSpPr>
          <p:nvPr>
            <p:ph type="pic" idx="2"/>
          </p:nvPr>
        </p:nvSpPr>
        <p:spPr>
          <a:xfrm>
            <a:off x="11006139" y="6054725"/>
            <a:ext cx="347661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43"/>
          <p:cNvSpPr txBox="1">
            <a:spLocks noGrp="1"/>
          </p:cNvSpPr>
          <p:nvPr>
            <p:ph type="body" idx="3"/>
          </p:nvPr>
        </p:nvSpPr>
        <p:spPr>
          <a:xfrm>
            <a:off x="838200" y="6054725"/>
            <a:ext cx="10515600" cy="202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4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5" name="Google Shape;115;p43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4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28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13;p2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235457" y="331676"/>
            <a:ext cx="1118343" cy="43891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4" name="Google Shape;14;p2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504458" y="844271"/>
            <a:ext cx="580339" cy="64008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 i="1"/>
              <a:t>REMinProductionTarget: </a:t>
            </a:r>
            <a:r>
              <a:rPr lang="sv-SE"/>
              <a:t>Share of a fuel that needs to be produced by renewable energy technologies</a:t>
            </a:r>
            <a:endParaRPr i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i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 i="1"/>
              <a:t>RETagFuel: </a:t>
            </a:r>
            <a:r>
              <a:rPr lang="sv-SE"/>
              <a:t>Fuel that shall be (partly) produced by RE technologies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 i="1"/>
              <a:t>RETagTechnology: </a:t>
            </a:r>
            <a:r>
              <a:rPr lang="sv-SE"/>
              <a:t>RE technologies that can produce fuel</a:t>
            </a:r>
            <a:endParaRPr i="1"/>
          </a:p>
        </p:txBody>
      </p:sp>
      <p:sp>
        <p:nvSpPr>
          <p:cNvPr id="252" name="Google Shape;252;p4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Representing RE targets in OSeMOSYS</a:t>
            </a:r>
            <a:endParaRPr/>
          </a:p>
        </p:txBody>
      </p:sp>
      <p:sp>
        <p:nvSpPr>
          <p:cNvPr id="253" name="Google Shape;253;p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sv-SE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Since the FUEL </a:t>
            </a:r>
            <a:r>
              <a:rPr lang="sv-SE" b="1"/>
              <a:t>FEL2 </a:t>
            </a:r>
            <a:r>
              <a:rPr lang="sv-SE"/>
              <a:t>shall be partly produced by selected RE technologies we need to mark it.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RETagFuel: </a:t>
            </a:r>
            <a:r>
              <a:rPr lang="sv-SE"/>
              <a:t>Insert the following values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67" name="Google Shape;267;p6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Implementing a capacity reserve</a:t>
            </a:r>
            <a:endParaRPr/>
          </a:p>
        </p:txBody>
      </p:sp>
      <p:sp>
        <p:nvSpPr>
          <p:cNvPr id="268" name="Google Shape;268;p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  <p:graphicFrame>
        <p:nvGraphicFramePr>
          <p:cNvPr id="269" name="Google Shape;269;p6"/>
          <p:cNvGraphicFramePr/>
          <p:nvPr/>
        </p:nvGraphicFramePr>
        <p:xfrm>
          <a:off x="2650670" y="3192060"/>
          <a:ext cx="6890750" cy="1975800"/>
        </p:xfrm>
        <a:graphic>
          <a:graphicData uri="http://schemas.openxmlformats.org/drawingml/2006/table">
            <a:tbl>
              <a:tblPr>
                <a:noFill/>
                <a:tableStyleId>{C6540606-1534-434B-83BF-B05BCBD212AB}</a:tableStyleId>
              </a:tblPr>
              <a:tblGrid>
                <a:gridCol w="6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Fuel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2014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2015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2016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2017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2018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2019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2020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2021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2022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FEL2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2023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2024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2025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2026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2027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2028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2029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2030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2031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FEL2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2032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2033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2034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2035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2036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2037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2038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2039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2040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 cap="none"/>
                        <a:t>FEL2</a:t>
                      </a:r>
                      <a:endParaRPr sz="18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Since the only locally available renewable TECHNOLOGIES are SOLPV1 and SOLPV2 these need to be tagged.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RETagTechnology: </a:t>
            </a:r>
            <a:r>
              <a:rPr lang="sv-SE"/>
              <a:t>Insert the following values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75" name="Google Shape;275;p7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Implementing a capacity reserve</a:t>
            </a:r>
            <a:endParaRPr/>
          </a:p>
        </p:txBody>
      </p:sp>
      <p:sp>
        <p:nvSpPr>
          <p:cNvPr id="276" name="Google Shape;276;p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  <p:graphicFrame>
        <p:nvGraphicFramePr>
          <p:cNvPr id="277" name="Google Shape;277;p7"/>
          <p:cNvGraphicFramePr/>
          <p:nvPr/>
        </p:nvGraphicFramePr>
        <p:xfrm>
          <a:off x="2937651" y="3225799"/>
          <a:ext cx="6316700" cy="1112550"/>
        </p:xfrm>
        <a:graphic>
          <a:graphicData uri="http://schemas.openxmlformats.org/drawingml/2006/table">
            <a:tbl>
              <a:tblPr firstRow="1" bandRow="1">
                <a:noFill/>
                <a:tableStyleId>{1EE1D51B-67C6-4659-ACAD-171406E61F87}</a:tableStyleId>
              </a:tblPr>
              <a:tblGrid>
                <a:gridCol w="31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 cap="none"/>
                        <a:t>Technology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2014-2040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SOLPV1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SOLPV2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Since the only locally available renewable TECHNOLOGIES are SOLPV1 and SOLPV2 these need to be tagged.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REMinProductionTarget: </a:t>
            </a:r>
            <a:r>
              <a:rPr lang="sv-SE"/>
              <a:t>Insert the following values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83" name="Google Shape;283;p8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Implementing a capacity reserve</a:t>
            </a:r>
            <a:endParaRPr/>
          </a:p>
        </p:txBody>
      </p:sp>
      <p:sp>
        <p:nvSpPr>
          <p:cNvPr id="284" name="Google Shape;284;p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  <p:graphicFrame>
        <p:nvGraphicFramePr>
          <p:cNvPr id="285" name="Google Shape;285;p8"/>
          <p:cNvGraphicFramePr/>
          <p:nvPr/>
        </p:nvGraphicFramePr>
        <p:xfrm>
          <a:off x="2650670" y="3192060"/>
          <a:ext cx="6890725" cy="1975800"/>
        </p:xfrm>
        <a:graphic>
          <a:graphicData uri="http://schemas.openxmlformats.org/drawingml/2006/table">
            <a:tbl>
              <a:tblPr>
                <a:noFill/>
                <a:tableStyleId>{C6540606-1534-434B-83BF-B05BCBD212AB}</a:tableStyleId>
              </a:tblPr>
              <a:tblGrid>
                <a:gridCol w="88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Simplicity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Simplicity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 u="none" strike="noStrike"/>
                        <a:t>0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Simplicity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0.15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0.2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0.2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0.2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0.2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0.2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Widescreen</PresentationFormat>
  <Paragraphs>139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KTH-OpTIMUS-DFID</vt:lpstr>
      <vt:lpstr>Representing RE targets in OSeMOSYS</vt:lpstr>
      <vt:lpstr>Implementing a capacity reserve</vt:lpstr>
      <vt:lpstr>Implementing a capacity reserve</vt:lpstr>
      <vt:lpstr>Implementing a capacity reserve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Representing RE targets in OSeMOSYS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2020-04-03T11:17:08Z</dcterms:modified>
</cp:coreProperties>
</file>