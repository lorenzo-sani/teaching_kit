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YLHKw8czwMiEZjScOJiu/Evqd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E06DA5-077D-4C81-B584-769AAB9BB650}">
  <a:tblStyle styleId="{2CE06DA5-077D-4C81-B584-769AAB9BB650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32" Type="http://schemas.openxmlformats.org/officeDocument/2006/relationships/theme" Target="theme/theme1.xml"/><Relationship Id="rId31" Type="http://schemas.openxmlformats.org/officeDocument/2006/relationships/viewProps" Target="viewProps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title"/>
          </p:nvPr>
        </p:nvSpPr>
        <p:spPr>
          <a:xfrm>
            <a:off x="2130458" y="358219"/>
            <a:ext cx="9223342" cy="110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41" name="Google Shape;41;p27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{2CE06DA5-077D-4C81-B584-769AAB9BB650}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Google Shape;42;p27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title"/>
          </p:nvPr>
        </p:nvSpPr>
        <p:spPr>
          <a:xfrm>
            <a:off x="2127504" y="367645"/>
            <a:ext cx="9226296" cy="68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2"/>
          </p:nvPr>
        </p:nvSpPr>
        <p:spPr>
          <a:xfrm>
            <a:off x="2127504" y="1051561"/>
            <a:ext cx="9226296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1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2127503" y="382053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3"/>
          </p:nvPr>
        </p:nvSpPr>
        <p:spPr>
          <a:xfrm>
            <a:off x="2127503" y="1051560"/>
            <a:ext cx="9226296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>
            <a:off x="2111604" y="367645"/>
            <a:ext cx="9226296" cy="1084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6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7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3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39"/>
          <p:cNvGrpSpPr/>
          <p:nvPr/>
        </p:nvGrpSpPr>
        <p:grpSpPr>
          <a:xfrm>
            <a:off x="839972" y="364809"/>
            <a:ext cx="10513829" cy="5859118"/>
            <a:chOff x="0" y="2049787"/>
            <a:chExt cx="9144000" cy="3091924"/>
          </a:xfrm>
        </p:grpSpPr>
        <p:sp>
          <p:nvSpPr>
            <p:cNvPr id="120" name="Google Shape;120;p39"/>
            <p:cNvSpPr/>
            <p:nvPr/>
          </p:nvSpPr>
          <p:spPr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39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122" name="Google Shape;122;p39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 extrusionOk="0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9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 extrusionOk="0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39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 extrusionOk="0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9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 extrusionOk="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9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 extrusionOk="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364808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3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3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23"/>
          <p:cNvPicPr preferRelativeResize="0"/>
          <p:nvPr/>
        </p:nvPicPr>
        <p:blipFill rotWithShape="1">
          <a:blip r:embed="rId16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>
            <a:spLocks noGrp="1"/>
          </p:cNvSpPr>
          <p:nvPr>
            <p:ph type="body" idx="1"/>
          </p:nvPr>
        </p:nvSpPr>
        <p:spPr>
          <a:xfrm>
            <a:off x="838200" y="4592548"/>
            <a:ext cx="10515600" cy="176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i="1"/>
              <a:t>To correctly reference this work, please use the following: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Taliotis, C., Gardumi, F., Shivakumar, A., Sridharan, V., Ramos, E., Beltramo, A., Henke, H., Rogner, H., Howells, M., 2019. </a:t>
            </a:r>
            <a:r>
              <a:rPr lang="en-US" sz="2000" i="1"/>
              <a:t>Introduction to linear optimization and OSeMOSYS</a:t>
            </a:r>
            <a:r>
              <a:rPr lang="en-US" sz="2000"/>
              <a:t>, KTH-dESA and OpTIMUS.community.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Available at: (URL). [Access date]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DOI:</a:t>
            </a:r>
            <a:endParaRPr sz="2000"/>
          </a:p>
        </p:txBody>
      </p:sp>
      <p:graphicFrame>
        <p:nvGraphicFramePr>
          <p:cNvPr id="341" name="Google Shape;341;p22"/>
          <p:cNvGraphicFramePr/>
          <p:nvPr/>
        </p:nvGraphicFramePr>
        <p:xfrm>
          <a:off x="838200" y="1616149"/>
          <a:ext cx="10515575" cy="3022630"/>
        </p:xfrm>
        <a:graphic>
          <a:graphicData uri="http://schemas.openxmlformats.org/drawingml/2006/table">
            <a:tbl>
              <a:tblPr firstRow="1" bandRow="1">
                <a:noFill/>
                <a:tableStyleId>{2CE06DA5-077D-4C81-B584-769AAB9BB650}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2018-06-12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Taliotis, C., Gardumi, F., Shivakumar, A., Sridharan, V., Ramos, E., Beltramo, A., Rogner, H., 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Howells, M., Beltramo, A.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Gardumi, F., Taliotis, 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2019-03-04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Taliotis, C., Gardumi, F., Shivakumar, A., Sridharan, V., Ramos, E., Beltramo, A., Henke, H., Rogner, H., 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Beltramo, A., Henke, H.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2" name="Google Shape;342;p2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43" name="Google Shape;3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03/2019</a:t>
            </a:r>
            <a:endParaRPr/>
          </a:p>
        </p:txBody>
      </p:sp>
      <p:sp>
        <p:nvSpPr>
          <p:cNvPr id="344" name="Google Shape;344;p22"/>
          <p:cNvSpPr txBox="1">
            <a:spLocks noGrp="1"/>
          </p:cNvSpPr>
          <p:nvPr>
            <p:ph type="title"/>
          </p:nvPr>
        </p:nvSpPr>
        <p:spPr>
          <a:xfrm>
            <a:off x="2130458" y="358219"/>
            <a:ext cx="9223342" cy="110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Changelog and Attribution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SeMOSYS_dESA_OpTIMU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OSeMOSYS_dESA_OpTIMUS</vt:lpstr>
      <vt:lpstr>Changelog and Attribution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Changelog and Attribution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2020-04-02T15:53:17Z</dcterms:modified>
</cp:coreProperties>
</file>