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4"/>
    <p:sldMasterId id="2147483667" r:id="rId5"/>
  </p:sldMasterIdLst>
  <p:notesMasterIdLst>
    <p:notesMasterId r:id="rId9"/>
  </p:notesMasterIdLst>
  <p:handoutMasterIdLst>
    <p:handoutMasterId r:id="rId10"/>
  </p:handoutMasterIdLst>
  <p:sldIdLst>
    <p:sldId id="539" r:id="rId6"/>
    <p:sldId id="540" r:id="rId7"/>
    <p:sldId id="54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rancesco Gardumi" initials="FG" lastIdx="1" clrIdx="1">
    <p:extLst>
      <p:ext uri="{19B8F6BF-5375-455C-9EA6-DF929625EA0E}">
        <p15:presenceInfo xmlns:p15="http://schemas.microsoft.com/office/powerpoint/2012/main" userId="S-1-5-21-4270984560-2697355171-1338322823-6359" providerId="AD"/>
      </p:ext>
    </p:extLst>
  </p:cmAuthor>
  <p:cmAuthor id="3" name="Youssef Almulla" initials="YA" lastIdx="5" clrIdx="0">
    <p:extLst>
      <p:ext uri="{19B8F6BF-5375-455C-9EA6-DF929625EA0E}">
        <p15:presenceInfo xmlns:p15="http://schemas.microsoft.com/office/powerpoint/2012/main" userId="50222d39666882b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88" autoAdjust="0"/>
    <p:restoredTop sz="71253" autoAdjust="0"/>
  </p:normalViewPr>
  <p:slideViewPr>
    <p:cSldViewPr snapToGrid="0">
      <p:cViewPr varScale="1">
        <p:scale>
          <a:sx n="84" d="100"/>
          <a:sy n="84" d="100"/>
        </p:scale>
        <p:origin x="1292" y="6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5F4390-4F06-4AC1-A02F-F9827C930455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50F8-7C6A-40E2-ACF6-24EB82F40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69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BBFCB-AF14-4840-A42D-4BE299CC3B6F}" type="datetimeFigureOut">
              <a:rPr lang="en-US" smtClean="0"/>
              <a:t>4/2/2020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1B068-BE6A-4C82-9505-14C84DEF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70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971FF-EF28-4195-A575-329446EFAA5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9680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/4.0/" TargetMode="External"/><Relationship Id="rId2" Type="http://schemas.openxmlformats.org/officeDocument/2006/relationships/hyperlink" Target="http://www.optimus.community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858963"/>
            <a:ext cx="10515600" cy="1883697"/>
          </a:xfrm>
        </p:spPr>
        <p:txBody>
          <a:bodyPr anchor="ctr"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80884"/>
            <a:ext cx="9144000" cy="1881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67DC8DA-F41D-4357-AF7D-8B07BAA50DFB}" type="datetime5">
              <a:rPr lang="en-US" smtClean="0"/>
              <a:t>2-Apr-20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838199" y="6085489"/>
            <a:ext cx="10515601" cy="163293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algn="l" fontAlgn="ctr"/>
            <a:r>
              <a:rPr lang="en-US" sz="1000" dirty="0"/>
              <a:t>This work by </a:t>
            </a:r>
            <a:r>
              <a:rPr lang="en-US" sz="1000" dirty="0" err="1">
                <a:hlinkClick r:id="rId2"/>
              </a:rPr>
              <a:t>OpTIMUS.community</a:t>
            </a:r>
            <a:r>
              <a:rPr lang="en-US" sz="1000" dirty="0"/>
              <a:t> is licensed under the Creative Commons Attribution 4.0 International License. To view a copy of this license, visit </a:t>
            </a:r>
            <a:r>
              <a:rPr lang="en-US" sz="1000" dirty="0">
                <a:hlinkClick r:id="rId3"/>
              </a:rPr>
              <a:t>http://creativecommons.org/licenses/by/4.0/</a:t>
            </a:r>
            <a:r>
              <a:rPr lang="en-US" sz="1000" dirty="0"/>
              <a:t>.</a:t>
            </a:r>
            <a:endParaRPr lang="sv-SE" sz="1000" b="1" spc="-15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Picture 7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491" y="6095649"/>
            <a:ext cx="437309" cy="153004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4687330" y="5257800"/>
            <a:ext cx="1837038" cy="41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338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7A9FDE58-F5A0-44E1-8715-DD877F75B0B0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935480" y="342841"/>
            <a:ext cx="9418320" cy="1116286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4095747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ngelog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Changelog and attribution</a:t>
            </a:r>
            <a:endParaRPr lang="en-GB" dirty="0"/>
          </a:p>
        </p:txBody>
      </p:sp>
      <p:graphicFrame>
        <p:nvGraphicFramePr>
          <p:cNvPr id="3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1238693"/>
              </p:ext>
            </p:extLst>
          </p:nvPr>
        </p:nvGraphicFramePr>
        <p:xfrm>
          <a:off x="838200" y="1616075"/>
          <a:ext cx="105156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83">
                  <a:extLst>
                    <a:ext uri="{9D8B030D-6E8A-4147-A177-3AD203B41FA5}">
                      <a16:colId xmlns:a16="http://schemas.microsoft.com/office/drawing/2014/main" val="46406547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760605769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954716314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3664904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Reviewer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Reviser</a:t>
                      </a:r>
                      <a:r>
                        <a:rPr lang="en-US" baseline="0" dirty="0"/>
                        <a:t> 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66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44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77502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/>
            <a:r>
              <a:rPr lang="sv-SE" i="1" dirty="0"/>
              <a:t>To </a:t>
            </a:r>
            <a:r>
              <a:rPr lang="sv-SE" i="1" dirty="0" err="1"/>
              <a:t>correctly</a:t>
            </a:r>
            <a:r>
              <a:rPr lang="sv-SE" i="1" dirty="0"/>
              <a:t> </a:t>
            </a:r>
            <a:r>
              <a:rPr lang="sv-SE" i="1" dirty="0" err="1"/>
              <a:t>reference</a:t>
            </a:r>
            <a:r>
              <a:rPr lang="sv-SE" i="1" dirty="0"/>
              <a:t> </a:t>
            </a:r>
            <a:r>
              <a:rPr lang="sv-SE" i="1" dirty="0" err="1"/>
              <a:t>this</a:t>
            </a:r>
            <a:r>
              <a:rPr lang="sv-SE" i="1" dirty="0"/>
              <a:t> </a:t>
            </a:r>
            <a:r>
              <a:rPr lang="sv-SE" i="1" dirty="0" err="1"/>
              <a:t>work</a:t>
            </a:r>
            <a:r>
              <a:rPr lang="sv-SE" i="1" dirty="0"/>
              <a:t>, </a:t>
            </a:r>
            <a:r>
              <a:rPr lang="sv-SE" i="1" dirty="0" err="1"/>
              <a:t>please</a:t>
            </a:r>
            <a:r>
              <a:rPr lang="sv-SE" i="1" dirty="0"/>
              <a:t> </a:t>
            </a:r>
            <a:r>
              <a:rPr lang="sv-SE" i="1" dirty="0" err="1"/>
              <a:t>use</a:t>
            </a:r>
            <a:r>
              <a:rPr lang="sv-SE" i="1" dirty="0"/>
              <a:t> the </a:t>
            </a:r>
            <a:r>
              <a:rPr lang="sv-SE" i="1" dirty="0" err="1"/>
              <a:t>following</a:t>
            </a:r>
            <a:r>
              <a:rPr lang="sv-SE" i="1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375626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86F4BEB2-7F07-47F3-8710-C1DE8B120BBF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935480" y="382053"/>
            <a:ext cx="9418320" cy="669507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14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1935480" y="1051561"/>
            <a:ext cx="9418320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4083559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5F15FE8-F8A1-41ED-B085-9135EF2E97BE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650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BECEC93A-8703-4960-9BDC-B08AE530E503}" type="datetime5">
              <a:rPr lang="en-US" smtClean="0"/>
              <a:t>2-Apr-20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513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083C623C-C0D5-4BB1-B74E-C52FE1B72BEF}" type="datetime5">
              <a:rPr lang="en-US" smtClean="0"/>
              <a:t>2-Apr-20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935480" y="382053"/>
            <a:ext cx="9418320" cy="669507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9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1935480" y="1051561"/>
            <a:ext cx="9418320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079064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09087"/>
            <a:ext cx="5157787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1848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09087"/>
            <a:ext cx="5183188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2F880CF6-3BB5-4798-8708-4C4F6298CD4F}" type="datetime5">
              <a:rPr lang="en-US" smtClean="0"/>
              <a:t>2-Apr-20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935480" y="354521"/>
            <a:ext cx="9418320" cy="1097280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840225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15AE4025-65B5-44FD-A9B4-B7FEEECACB1D}" type="datetime5">
              <a:rPr lang="en-US" smtClean="0"/>
              <a:t>2-Apr-20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931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D8B900-4721-487C-87F4-9B9A5BE843B6}" type="datetime5">
              <a:rPr lang="en-US" smtClean="0"/>
              <a:t>2-Apr-20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937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DA1A421-B4C4-4F91-B55B-58BA12350BE8}" type="datetime5">
              <a:rPr lang="en-US" smtClean="0"/>
              <a:t>2-Apr-20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3486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F8B18EB2-02A5-453D-BC9D-4F89E3A4B6C5}" type="datetime5">
              <a:rPr lang="en-US" smtClean="0"/>
              <a:t>2-Apr-20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4866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40BDB8E-8C45-4EA9-B9FE-E0D09EE1F78F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500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08D00E32-ABD3-4E84-B7EE-9FCC81C47861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2152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41739AD5-7CEE-4007-907F-0B2E3FA9A06B}" type="datetime5">
              <a:rPr lang="en-US" smtClean="0"/>
              <a:t>2-Apr-20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grpSp>
        <p:nvGrpSpPr>
          <p:cNvPr id="5" name="Grupp 28"/>
          <p:cNvGrpSpPr/>
          <p:nvPr/>
        </p:nvGrpSpPr>
        <p:grpSpPr>
          <a:xfrm>
            <a:off x="839972" y="364809"/>
            <a:ext cx="10513828" cy="5859118"/>
            <a:chOff x="0" y="2049787"/>
            <a:chExt cx="9144000" cy="3091924"/>
          </a:xfrm>
        </p:grpSpPr>
        <p:sp>
          <p:nvSpPr>
            <p:cNvPr id="6" name="Rektangel 13"/>
            <p:cNvSpPr/>
            <p:nvPr/>
          </p:nvSpPr>
          <p:spPr bwMode="gray">
            <a:xfrm>
              <a:off x="0" y="2049787"/>
              <a:ext cx="9144000" cy="3091924"/>
            </a:xfrm>
            <a:prstGeom prst="rect">
              <a:avLst/>
            </a:prstGeom>
            <a:solidFill>
              <a:srgbClr val="1954A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l" defTabSz="91395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7" name="Grupp 22"/>
            <p:cNvGrpSpPr/>
            <p:nvPr/>
          </p:nvGrpSpPr>
          <p:grpSpPr>
            <a:xfrm>
              <a:off x="0" y="3282722"/>
              <a:ext cx="9144000" cy="1514670"/>
              <a:chOff x="900907" y="2781178"/>
              <a:chExt cx="9144000" cy="1514670"/>
            </a:xfrm>
          </p:grpSpPr>
          <p:sp>
            <p:nvSpPr>
              <p:cNvPr id="8" name="Rektangel 4"/>
              <p:cNvSpPr/>
              <p:nvPr/>
            </p:nvSpPr>
            <p:spPr>
              <a:xfrm>
                <a:off x="900907" y="3979937"/>
                <a:ext cx="9144000" cy="252412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252412">
                    <a:moveTo>
                      <a:pt x="1395140" y="0"/>
                    </a:moveTo>
                    <a:cubicBezTo>
                      <a:pt x="7995403" y="0"/>
                      <a:pt x="7995403" y="0"/>
                      <a:pt x="7995403" y="0"/>
                    </a:cubicBezTo>
                    <a:cubicBezTo>
                      <a:pt x="8024494" y="0"/>
                      <a:pt x="8046740" y="22171"/>
                      <a:pt x="8046740" y="51165"/>
                    </a:cubicBezTo>
                    <a:cubicBezTo>
                      <a:pt x="8046740" y="201248"/>
                      <a:pt x="8046740" y="201248"/>
                      <a:pt x="8046740" y="201248"/>
                    </a:cubicBezTo>
                    <a:cubicBezTo>
                      <a:pt x="8046740" y="225124"/>
                      <a:pt x="8067275" y="245590"/>
                      <a:pt x="8091233" y="245590"/>
                    </a:cubicBezTo>
                    <a:cubicBezTo>
                      <a:pt x="8497615" y="245590"/>
                      <a:pt x="8845755" y="245590"/>
                      <a:pt x="9144000" y="245590"/>
                    </a:cubicBezTo>
                    <a:lnTo>
                      <a:pt x="9144000" y="252412"/>
                    </a:lnTo>
                    <a:cubicBezTo>
                      <a:pt x="8091233" y="252412"/>
                      <a:pt x="8091233" y="252412"/>
                      <a:pt x="8091233" y="252412"/>
                    </a:cubicBezTo>
                    <a:cubicBezTo>
                      <a:pt x="8063853" y="252412"/>
                      <a:pt x="8039895" y="228535"/>
                      <a:pt x="8039895" y="201248"/>
                    </a:cubicBezTo>
                    <a:cubicBezTo>
                      <a:pt x="8039895" y="51165"/>
                      <a:pt x="8039895" y="51165"/>
                      <a:pt x="8039895" y="51165"/>
                    </a:cubicBezTo>
                    <a:cubicBezTo>
                      <a:pt x="8039895" y="27288"/>
                      <a:pt x="8019361" y="6822"/>
                      <a:pt x="7995403" y="6822"/>
                    </a:cubicBezTo>
                    <a:cubicBezTo>
                      <a:pt x="1395140" y="6822"/>
                      <a:pt x="1395140" y="6822"/>
                      <a:pt x="1395140" y="6822"/>
                    </a:cubicBezTo>
                    <a:cubicBezTo>
                      <a:pt x="1371183" y="6822"/>
                      <a:pt x="1350648" y="27288"/>
                      <a:pt x="1350648" y="51165"/>
                    </a:cubicBezTo>
                    <a:cubicBezTo>
                      <a:pt x="1350648" y="197837"/>
                      <a:pt x="1350648" y="197837"/>
                      <a:pt x="1350648" y="197837"/>
                    </a:cubicBezTo>
                    <a:cubicBezTo>
                      <a:pt x="1350648" y="226830"/>
                      <a:pt x="1328402" y="249001"/>
                      <a:pt x="1299311" y="249001"/>
                    </a:cubicBezTo>
                    <a:cubicBezTo>
                      <a:pt x="796791" y="249001"/>
                      <a:pt x="367217" y="249001"/>
                      <a:pt x="0" y="249001"/>
                    </a:cubicBezTo>
                    <a:lnTo>
                      <a:pt x="0" y="242179"/>
                    </a:lnTo>
                    <a:cubicBezTo>
                      <a:pt x="1299311" y="242179"/>
                      <a:pt x="1299311" y="242179"/>
                      <a:pt x="1299311" y="242179"/>
                    </a:cubicBezTo>
                    <a:cubicBezTo>
                      <a:pt x="1324979" y="242179"/>
                      <a:pt x="1343803" y="223419"/>
                      <a:pt x="1343803" y="197837"/>
                    </a:cubicBezTo>
                    <a:cubicBezTo>
                      <a:pt x="1343803" y="51165"/>
                      <a:pt x="1343803" y="51165"/>
                      <a:pt x="1343803" y="51165"/>
                    </a:cubicBezTo>
                    <a:cubicBezTo>
                      <a:pt x="1343803" y="22171"/>
                      <a:pt x="1367761" y="0"/>
                      <a:pt x="1395140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" name="Rektangel 10"/>
              <p:cNvSpPr/>
              <p:nvPr/>
            </p:nvSpPr>
            <p:spPr>
              <a:xfrm>
                <a:off x="900907" y="2841700"/>
                <a:ext cx="9144000" cy="840441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840441">
                    <a:moveTo>
                      <a:pt x="7625775" y="0"/>
                    </a:moveTo>
                    <a:cubicBezTo>
                      <a:pt x="8520853" y="0"/>
                      <a:pt x="8943978" y="0"/>
                      <a:pt x="9144000" y="0"/>
                    </a:cubicBezTo>
                    <a:lnTo>
                      <a:pt x="9144000" y="6847"/>
                    </a:lnTo>
                    <a:cubicBezTo>
                      <a:pt x="7625775" y="6847"/>
                      <a:pt x="7625775" y="6847"/>
                      <a:pt x="7625775" y="6847"/>
                    </a:cubicBezTo>
                    <a:cubicBezTo>
                      <a:pt x="7600106" y="6847"/>
                      <a:pt x="7581282" y="27387"/>
                      <a:pt x="7581282" y="51351"/>
                    </a:cubicBezTo>
                    <a:cubicBezTo>
                      <a:pt x="7581282" y="534048"/>
                      <a:pt x="7581282" y="534048"/>
                      <a:pt x="7581282" y="534048"/>
                    </a:cubicBezTo>
                    <a:cubicBezTo>
                      <a:pt x="7581282" y="561435"/>
                      <a:pt x="7557325" y="585399"/>
                      <a:pt x="7529945" y="585399"/>
                    </a:cubicBezTo>
                    <a:cubicBezTo>
                      <a:pt x="6551114" y="585399"/>
                      <a:pt x="6551114" y="585399"/>
                      <a:pt x="6551114" y="585399"/>
                    </a:cubicBezTo>
                    <a:cubicBezTo>
                      <a:pt x="6523734" y="585399"/>
                      <a:pt x="6499777" y="561435"/>
                      <a:pt x="6499777" y="534048"/>
                    </a:cubicBezTo>
                    <a:cubicBezTo>
                      <a:pt x="6499777" y="371437"/>
                      <a:pt x="6499777" y="371437"/>
                      <a:pt x="6499777" y="371437"/>
                    </a:cubicBezTo>
                    <a:cubicBezTo>
                      <a:pt x="6499777" y="345762"/>
                      <a:pt x="6480953" y="326933"/>
                      <a:pt x="6455285" y="326933"/>
                    </a:cubicBezTo>
                    <a:cubicBezTo>
                      <a:pt x="3746388" y="326933"/>
                      <a:pt x="3746388" y="326933"/>
                      <a:pt x="3746388" y="326933"/>
                    </a:cubicBezTo>
                    <a:cubicBezTo>
                      <a:pt x="3720719" y="326933"/>
                      <a:pt x="3701896" y="345762"/>
                      <a:pt x="3701896" y="371437"/>
                    </a:cubicBezTo>
                    <a:cubicBezTo>
                      <a:pt x="3701896" y="789090"/>
                      <a:pt x="3701896" y="789090"/>
                      <a:pt x="3701896" y="789090"/>
                    </a:cubicBezTo>
                    <a:cubicBezTo>
                      <a:pt x="3701896" y="816477"/>
                      <a:pt x="3677938" y="840441"/>
                      <a:pt x="3650558" y="840441"/>
                    </a:cubicBezTo>
                    <a:cubicBezTo>
                      <a:pt x="1088828" y="840441"/>
                      <a:pt x="1088828" y="840441"/>
                      <a:pt x="1088828" y="840441"/>
                    </a:cubicBezTo>
                    <a:cubicBezTo>
                      <a:pt x="1059737" y="840441"/>
                      <a:pt x="1037491" y="816477"/>
                      <a:pt x="1037491" y="789090"/>
                    </a:cubicBezTo>
                    <a:cubicBezTo>
                      <a:pt x="1037491" y="65044"/>
                      <a:pt x="1037491" y="65044"/>
                      <a:pt x="1037491" y="65044"/>
                    </a:cubicBezTo>
                    <a:cubicBezTo>
                      <a:pt x="1037491" y="41081"/>
                      <a:pt x="1016956" y="20540"/>
                      <a:pt x="992998" y="20540"/>
                    </a:cubicBezTo>
                    <a:cubicBezTo>
                      <a:pt x="542461" y="20540"/>
                      <a:pt x="224457" y="20540"/>
                      <a:pt x="0" y="20540"/>
                    </a:cubicBezTo>
                    <a:lnTo>
                      <a:pt x="0" y="13694"/>
                    </a:lnTo>
                    <a:cubicBezTo>
                      <a:pt x="992998" y="13694"/>
                      <a:pt x="992998" y="13694"/>
                      <a:pt x="992998" y="13694"/>
                    </a:cubicBezTo>
                    <a:cubicBezTo>
                      <a:pt x="1020378" y="13694"/>
                      <a:pt x="1044336" y="37657"/>
                      <a:pt x="1044336" y="65044"/>
                    </a:cubicBezTo>
                    <a:cubicBezTo>
                      <a:pt x="1044336" y="789090"/>
                      <a:pt x="1044336" y="789090"/>
                      <a:pt x="1044336" y="789090"/>
                    </a:cubicBezTo>
                    <a:cubicBezTo>
                      <a:pt x="1044336" y="813054"/>
                      <a:pt x="1063159" y="833594"/>
                      <a:pt x="1088828" y="833594"/>
                    </a:cubicBezTo>
                    <a:cubicBezTo>
                      <a:pt x="3650558" y="833594"/>
                      <a:pt x="3650558" y="833594"/>
                      <a:pt x="3650558" y="833594"/>
                    </a:cubicBezTo>
                    <a:cubicBezTo>
                      <a:pt x="3674516" y="833594"/>
                      <a:pt x="3695051" y="813054"/>
                      <a:pt x="3695051" y="789090"/>
                    </a:cubicBezTo>
                    <a:cubicBezTo>
                      <a:pt x="3695051" y="371437"/>
                      <a:pt x="3695051" y="371437"/>
                      <a:pt x="3695051" y="371437"/>
                    </a:cubicBezTo>
                    <a:cubicBezTo>
                      <a:pt x="3695051" y="342339"/>
                      <a:pt x="3717297" y="320087"/>
                      <a:pt x="3746388" y="320087"/>
                    </a:cubicBezTo>
                    <a:cubicBezTo>
                      <a:pt x="6455285" y="320087"/>
                      <a:pt x="6455285" y="320087"/>
                      <a:pt x="6455285" y="320087"/>
                    </a:cubicBezTo>
                    <a:cubicBezTo>
                      <a:pt x="6484376" y="320087"/>
                      <a:pt x="6506622" y="342339"/>
                      <a:pt x="6506622" y="371437"/>
                    </a:cubicBezTo>
                    <a:cubicBezTo>
                      <a:pt x="6506622" y="534048"/>
                      <a:pt x="6506622" y="534048"/>
                      <a:pt x="6506622" y="534048"/>
                    </a:cubicBezTo>
                    <a:cubicBezTo>
                      <a:pt x="6506622" y="558012"/>
                      <a:pt x="6527157" y="578552"/>
                      <a:pt x="6551114" y="578552"/>
                    </a:cubicBezTo>
                    <a:cubicBezTo>
                      <a:pt x="7529945" y="578552"/>
                      <a:pt x="7529945" y="578552"/>
                      <a:pt x="7529945" y="578552"/>
                    </a:cubicBezTo>
                    <a:cubicBezTo>
                      <a:pt x="7553903" y="578552"/>
                      <a:pt x="7574437" y="558012"/>
                      <a:pt x="7574437" y="534048"/>
                    </a:cubicBezTo>
                    <a:cubicBezTo>
                      <a:pt x="7574437" y="51351"/>
                      <a:pt x="7574437" y="51351"/>
                      <a:pt x="7574437" y="51351"/>
                    </a:cubicBezTo>
                    <a:cubicBezTo>
                      <a:pt x="7574437" y="23964"/>
                      <a:pt x="7596684" y="0"/>
                      <a:pt x="7625775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0" name="Rektangel 11"/>
              <p:cNvSpPr/>
              <p:nvPr/>
            </p:nvSpPr>
            <p:spPr>
              <a:xfrm>
                <a:off x="900907" y="2781178"/>
                <a:ext cx="9144000" cy="900963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922337">
                    <a:moveTo>
                      <a:pt x="5562016" y="0"/>
                    </a:moveTo>
                    <a:cubicBezTo>
                      <a:pt x="6735929" y="0"/>
                      <a:pt x="6735929" y="0"/>
                      <a:pt x="6735929" y="0"/>
                    </a:cubicBezTo>
                    <a:cubicBezTo>
                      <a:pt x="6765020" y="0"/>
                      <a:pt x="6787266" y="22246"/>
                      <a:pt x="6787266" y="51336"/>
                    </a:cubicBezTo>
                    <a:cubicBezTo>
                      <a:pt x="6787266" y="658812"/>
                      <a:pt x="6787266" y="658812"/>
                      <a:pt x="6787266" y="658812"/>
                    </a:cubicBezTo>
                    <a:cubicBezTo>
                      <a:pt x="6787266" y="684480"/>
                      <a:pt x="6807801" y="703303"/>
                      <a:pt x="6831758" y="703303"/>
                    </a:cubicBezTo>
                    <a:cubicBezTo>
                      <a:pt x="8616584" y="703303"/>
                      <a:pt x="8616584" y="703303"/>
                      <a:pt x="8616584" y="703303"/>
                    </a:cubicBezTo>
                    <a:cubicBezTo>
                      <a:pt x="8640542" y="703303"/>
                      <a:pt x="8661077" y="684480"/>
                      <a:pt x="8661077" y="658812"/>
                    </a:cubicBezTo>
                    <a:cubicBezTo>
                      <a:pt x="8661077" y="193366"/>
                      <a:pt x="8661077" y="193366"/>
                      <a:pt x="8661077" y="193366"/>
                    </a:cubicBezTo>
                    <a:cubicBezTo>
                      <a:pt x="8661077" y="165987"/>
                      <a:pt x="8683323" y="142030"/>
                      <a:pt x="8712414" y="142030"/>
                    </a:cubicBezTo>
                    <a:cubicBezTo>
                      <a:pt x="8866788" y="142030"/>
                      <a:pt x="9010400" y="142030"/>
                      <a:pt x="9144000" y="142030"/>
                    </a:cubicBezTo>
                    <a:lnTo>
                      <a:pt x="9144000" y="148875"/>
                    </a:lnTo>
                    <a:cubicBezTo>
                      <a:pt x="8712414" y="148875"/>
                      <a:pt x="8712414" y="148875"/>
                      <a:pt x="8712414" y="148875"/>
                    </a:cubicBezTo>
                    <a:cubicBezTo>
                      <a:pt x="8686745" y="148875"/>
                      <a:pt x="8667922" y="169409"/>
                      <a:pt x="8667922" y="193366"/>
                    </a:cubicBezTo>
                    <a:cubicBezTo>
                      <a:pt x="8667922" y="658812"/>
                      <a:pt x="8667922" y="658812"/>
                      <a:pt x="8667922" y="658812"/>
                    </a:cubicBezTo>
                    <a:cubicBezTo>
                      <a:pt x="8667922" y="687903"/>
                      <a:pt x="8643964" y="710148"/>
                      <a:pt x="8616584" y="710148"/>
                    </a:cubicBezTo>
                    <a:cubicBezTo>
                      <a:pt x="6831758" y="710148"/>
                      <a:pt x="6831758" y="710148"/>
                      <a:pt x="6831758" y="710148"/>
                    </a:cubicBezTo>
                    <a:cubicBezTo>
                      <a:pt x="6804378" y="710148"/>
                      <a:pt x="6780421" y="687903"/>
                      <a:pt x="6780421" y="658812"/>
                    </a:cubicBezTo>
                    <a:cubicBezTo>
                      <a:pt x="6780421" y="51336"/>
                      <a:pt x="6780421" y="51336"/>
                      <a:pt x="6780421" y="51336"/>
                    </a:cubicBezTo>
                    <a:cubicBezTo>
                      <a:pt x="6780421" y="27379"/>
                      <a:pt x="6761597" y="6845"/>
                      <a:pt x="6735929" y="6845"/>
                    </a:cubicBezTo>
                    <a:cubicBezTo>
                      <a:pt x="5562016" y="6845"/>
                      <a:pt x="5562016" y="6845"/>
                      <a:pt x="5562016" y="6845"/>
                    </a:cubicBezTo>
                    <a:cubicBezTo>
                      <a:pt x="5538059" y="6845"/>
                      <a:pt x="5517524" y="27379"/>
                      <a:pt x="5517524" y="51336"/>
                    </a:cubicBezTo>
                    <a:cubicBezTo>
                      <a:pt x="5517524" y="773463"/>
                      <a:pt x="5517524" y="773463"/>
                      <a:pt x="5517524" y="773463"/>
                    </a:cubicBezTo>
                    <a:cubicBezTo>
                      <a:pt x="5517524" y="802553"/>
                      <a:pt x="5495278" y="824799"/>
                      <a:pt x="5467898" y="824799"/>
                    </a:cubicBezTo>
                    <a:cubicBezTo>
                      <a:pt x="1906802" y="824799"/>
                      <a:pt x="1906802" y="824799"/>
                      <a:pt x="1906802" y="824799"/>
                    </a:cubicBezTo>
                    <a:cubicBezTo>
                      <a:pt x="1879422" y="824799"/>
                      <a:pt x="1855465" y="802553"/>
                      <a:pt x="1855465" y="773463"/>
                    </a:cubicBezTo>
                    <a:cubicBezTo>
                      <a:pt x="1855465" y="662235"/>
                      <a:pt x="1855465" y="662235"/>
                      <a:pt x="1855465" y="662235"/>
                    </a:cubicBezTo>
                    <a:cubicBezTo>
                      <a:pt x="1855465" y="636567"/>
                      <a:pt x="1834930" y="617743"/>
                      <a:pt x="1810972" y="617743"/>
                    </a:cubicBezTo>
                    <a:cubicBezTo>
                      <a:pt x="1295888" y="617743"/>
                      <a:pt x="1295888" y="617743"/>
                      <a:pt x="1295888" y="617743"/>
                    </a:cubicBezTo>
                    <a:cubicBezTo>
                      <a:pt x="1271931" y="617743"/>
                      <a:pt x="1253107" y="636567"/>
                      <a:pt x="1253107" y="662235"/>
                    </a:cubicBezTo>
                    <a:cubicBezTo>
                      <a:pt x="1253107" y="871001"/>
                      <a:pt x="1253107" y="871001"/>
                      <a:pt x="1253107" y="871001"/>
                    </a:cubicBezTo>
                    <a:cubicBezTo>
                      <a:pt x="1253107" y="898380"/>
                      <a:pt x="1229150" y="922337"/>
                      <a:pt x="1201770" y="922337"/>
                    </a:cubicBezTo>
                    <a:cubicBezTo>
                      <a:pt x="782516" y="922337"/>
                      <a:pt x="782516" y="922337"/>
                      <a:pt x="782516" y="922337"/>
                    </a:cubicBezTo>
                    <a:cubicBezTo>
                      <a:pt x="755136" y="922337"/>
                      <a:pt x="731178" y="898380"/>
                      <a:pt x="731178" y="871001"/>
                    </a:cubicBezTo>
                    <a:cubicBezTo>
                      <a:pt x="731178" y="564696"/>
                      <a:pt x="731178" y="564696"/>
                      <a:pt x="731178" y="564696"/>
                    </a:cubicBezTo>
                    <a:cubicBezTo>
                      <a:pt x="731178" y="540739"/>
                      <a:pt x="712355" y="520205"/>
                      <a:pt x="688397" y="520205"/>
                    </a:cubicBezTo>
                    <a:cubicBezTo>
                      <a:pt x="412149" y="520205"/>
                      <a:pt x="185673" y="520205"/>
                      <a:pt x="0" y="520205"/>
                    </a:cubicBezTo>
                    <a:lnTo>
                      <a:pt x="0" y="513360"/>
                    </a:lnTo>
                    <a:cubicBezTo>
                      <a:pt x="688397" y="513360"/>
                      <a:pt x="688397" y="513360"/>
                      <a:pt x="688397" y="513360"/>
                    </a:cubicBezTo>
                    <a:cubicBezTo>
                      <a:pt x="715777" y="513360"/>
                      <a:pt x="738023" y="535606"/>
                      <a:pt x="738023" y="564696"/>
                    </a:cubicBezTo>
                    <a:cubicBezTo>
                      <a:pt x="738023" y="871001"/>
                      <a:pt x="738023" y="871001"/>
                      <a:pt x="738023" y="871001"/>
                    </a:cubicBezTo>
                    <a:cubicBezTo>
                      <a:pt x="738023" y="894958"/>
                      <a:pt x="758558" y="915492"/>
                      <a:pt x="782516" y="915492"/>
                    </a:cubicBezTo>
                    <a:cubicBezTo>
                      <a:pt x="1201770" y="915492"/>
                      <a:pt x="1201770" y="915492"/>
                      <a:pt x="1201770" y="915492"/>
                    </a:cubicBezTo>
                    <a:cubicBezTo>
                      <a:pt x="1225727" y="915492"/>
                      <a:pt x="1246262" y="894958"/>
                      <a:pt x="1246262" y="871001"/>
                    </a:cubicBezTo>
                    <a:cubicBezTo>
                      <a:pt x="1246262" y="662235"/>
                      <a:pt x="1246262" y="662235"/>
                      <a:pt x="1246262" y="662235"/>
                    </a:cubicBezTo>
                    <a:cubicBezTo>
                      <a:pt x="1246262" y="633144"/>
                      <a:pt x="1268508" y="610899"/>
                      <a:pt x="1295888" y="610899"/>
                    </a:cubicBezTo>
                    <a:cubicBezTo>
                      <a:pt x="1810972" y="610899"/>
                      <a:pt x="1810972" y="610899"/>
                      <a:pt x="1810972" y="610899"/>
                    </a:cubicBezTo>
                    <a:cubicBezTo>
                      <a:pt x="1840064" y="610899"/>
                      <a:pt x="1862310" y="633144"/>
                      <a:pt x="1862310" y="662235"/>
                    </a:cubicBezTo>
                    <a:cubicBezTo>
                      <a:pt x="1862310" y="773463"/>
                      <a:pt x="1862310" y="773463"/>
                      <a:pt x="1862310" y="773463"/>
                    </a:cubicBezTo>
                    <a:cubicBezTo>
                      <a:pt x="1862310" y="799131"/>
                      <a:pt x="1882845" y="817954"/>
                      <a:pt x="1906802" y="817954"/>
                    </a:cubicBezTo>
                    <a:cubicBezTo>
                      <a:pt x="5467898" y="817954"/>
                      <a:pt x="5467898" y="817954"/>
                      <a:pt x="5467898" y="817954"/>
                    </a:cubicBezTo>
                    <a:cubicBezTo>
                      <a:pt x="5491855" y="817954"/>
                      <a:pt x="5510679" y="799131"/>
                      <a:pt x="5510679" y="773463"/>
                    </a:cubicBezTo>
                    <a:cubicBezTo>
                      <a:pt x="5510679" y="51336"/>
                      <a:pt x="5510679" y="51336"/>
                      <a:pt x="5510679" y="51336"/>
                    </a:cubicBezTo>
                    <a:cubicBezTo>
                      <a:pt x="5510679" y="22246"/>
                      <a:pt x="5534636" y="0"/>
                      <a:pt x="5562016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" name="Rektangel 12"/>
              <p:cNvSpPr/>
              <p:nvPr/>
            </p:nvSpPr>
            <p:spPr>
              <a:xfrm>
                <a:off x="900907" y="2950674"/>
                <a:ext cx="9144000" cy="1345174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536700">
                    <a:moveTo>
                      <a:pt x="2822317" y="0"/>
                    </a:moveTo>
                    <a:cubicBezTo>
                      <a:pt x="5028108" y="0"/>
                      <a:pt x="5028108" y="0"/>
                      <a:pt x="5028108" y="0"/>
                    </a:cubicBezTo>
                    <a:cubicBezTo>
                      <a:pt x="5055488" y="0"/>
                      <a:pt x="5079446" y="22246"/>
                      <a:pt x="5079446" y="51338"/>
                    </a:cubicBezTo>
                    <a:cubicBezTo>
                      <a:pt x="5079446" y="884715"/>
                      <a:pt x="5079446" y="884715"/>
                      <a:pt x="5079446" y="884715"/>
                    </a:cubicBezTo>
                    <a:cubicBezTo>
                      <a:pt x="5079446" y="908672"/>
                      <a:pt x="5098269" y="929207"/>
                      <a:pt x="5123938" y="929207"/>
                    </a:cubicBezTo>
                    <a:cubicBezTo>
                      <a:pt x="5734852" y="929207"/>
                      <a:pt x="5734852" y="929207"/>
                      <a:pt x="5734852" y="929207"/>
                    </a:cubicBezTo>
                    <a:cubicBezTo>
                      <a:pt x="5760520" y="929207"/>
                      <a:pt x="5779344" y="908672"/>
                      <a:pt x="5779344" y="884715"/>
                    </a:cubicBezTo>
                    <a:cubicBezTo>
                      <a:pt x="5779344" y="352517"/>
                      <a:pt x="5779344" y="352517"/>
                      <a:pt x="5779344" y="352517"/>
                    </a:cubicBezTo>
                    <a:cubicBezTo>
                      <a:pt x="5779344" y="323426"/>
                      <a:pt x="5803301" y="301180"/>
                      <a:pt x="5830681" y="301180"/>
                    </a:cubicBezTo>
                    <a:cubicBezTo>
                      <a:pt x="7452939" y="301180"/>
                      <a:pt x="7452939" y="301180"/>
                      <a:pt x="7452939" y="301180"/>
                    </a:cubicBezTo>
                    <a:cubicBezTo>
                      <a:pt x="7480319" y="301180"/>
                      <a:pt x="7502565" y="323426"/>
                      <a:pt x="7502565" y="352517"/>
                    </a:cubicBezTo>
                    <a:cubicBezTo>
                      <a:pt x="7502565" y="1485363"/>
                      <a:pt x="7502565" y="1485363"/>
                      <a:pt x="7502565" y="1485363"/>
                    </a:cubicBezTo>
                    <a:cubicBezTo>
                      <a:pt x="7502565" y="1509320"/>
                      <a:pt x="7523100" y="1529855"/>
                      <a:pt x="7547058" y="1529855"/>
                    </a:cubicBezTo>
                    <a:cubicBezTo>
                      <a:pt x="8799687" y="1529855"/>
                      <a:pt x="8799687" y="1529855"/>
                      <a:pt x="8799687" y="1529855"/>
                    </a:cubicBezTo>
                    <a:cubicBezTo>
                      <a:pt x="8823645" y="1529855"/>
                      <a:pt x="8844180" y="1509320"/>
                      <a:pt x="8844180" y="1485363"/>
                    </a:cubicBezTo>
                    <a:cubicBezTo>
                      <a:pt x="8844180" y="966855"/>
                      <a:pt x="8844180" y="966855"/>
                      <a:pt x="8844180" y="966855"/>
                    </a:cubicBezTo>
                    <a:cubicBezTo>
                      <a:pt x="8844180" y="937764"/>
                      <a:pt x="8866426" y="915517"/>
                      <a:pt x="8895517" y="915517"/>
                    </a:cubicBezTo>
                    <a:cubicBezTo>
                      <a:pt x="8981972" y="915517"/>
                      <a:pt x="9064748" y="915517"/>
                      <a:pt x="9144000" y="915517"/>
                    </a:cubicBezTo>
                    <a:lnTo>
                      <a:pt x="9144000" y="922362"/>
                    </a:lnTo>
                    <a:cubicBezTo>
                      <a:pt x="8895517" y="922362"/>
                      <a:pt x="8895517" y="922362"/>
                      <a:pt x="8895517" y="922362"/>
                    </a:cubicBezTo>
                    <a:cubicBezTo>
                      <a:pt x="8869848" y="922362"/>
                      <a:pt x="8851025" y="941186"/>
                      <a:pt x="8851025" y="966855"/>
                    </a:cubicBezTo>
                    <a:cubicBezTo>
                      <a:pt x="8851025" y="1485363"/>
                      <a:pt x="8851025" y="1485363"/>
                      <a:pt x="8851025" y="1485363"/>
                    </a:cubicBezTo>
                    <a:cubicBezTo>
                      <a:pt x="8851025" y="1512743"/>
                      <a:pt x="8827067" y="1536700"/>
                      <a:pt x="8799687" y="1536700"/>
                    </a:cubicBezTo>
                    <a:cubicBezTo>
                      <a:pt x="7547058" y="1536700"/>
                      <a:pt x="7547058" y="1536700"/>
                      <a:pt x="7547058" y="1536700"/>
                    </a:cubicBezTo>
                    <a:cubicBezTo>
                      <a:pt x="7519678" y="1536700"/>
                      <a:pt x="7495720" y="1512743"/>
                      <a:pt x="7495720" y="1485363"/>
                    </a:cubicBezTo>
                    <a:cubicBezTo>
                      <a:pt x="7495720" y="352517"/>
                      <a:pt x="7495720" y="352517"/>
                      <a:pt x="7495720" y="352517"/>
                    </a:cubicBezTo>
                    <a:cubicBezTo>
                      <a:pt x="7495720" y="328560"/>
                      <a:pt x="7476897" y="308025"/>
                      <a:pt x="7452939" y="308025"/>
                    </a:cubicBezTo>
                    <a:cubicBezTo>
                      <a:pt x="5830681" y="308025"/>
                      <a:pt x="5830681" y="308025"/>
                      <a:pt x="5830681" y="308025"/>
                    </a:cubicBezTo>
                    <a:cubicBezTo>
                      <a:pt x="5806724" y="308025"/>
                      <a:pt x="5786189" y="328560"/>
                      <a:pt x="5786189" y="352517"/>
                    </a:cubicBezTo>
                    <a:cubicBezTo>
                      <a:pt x="5786189" y="884715"/>
                      <a:pt x="5786189" y="884715"/>
                      <a:pt x="5786189" y="884715"/>
                    </a:cubicBezTo>
                    <a:cubicBezTo>
                      <a:pt x="5786189" y="912095"/>
                      <a:pt x="5763943" y="936052"/>
                      <a:pt x="5734852" y="936052"/>
                    </a:cubicBezTo>
                    <a:cubicBezTo>
                      <a:pt x="5123938" y="936052"/>
                      <a:pt x="5123938" y="936052"/>
                      <a:pt x="5123938" y="936052"/>
                    </a:cubicBezTo>
                    <a:cubicBezTo>
                      <a:pt x="5094847" y="936052"/>
                      <a:pt x="5072601" y="912095"/>
                      <a:pt x="5072601" y="884715"/>
                    </a:cubicBezTo>
                    <a:cubicBezTo>
                      <a:pt x="5072601" y="51338"/>
                      <a:pt x="5072601" y="51338"/>
                      <a:pt x="5072601" y="51338"/>
                    </a:cubicBezTo>
                    <a:cubicBezTo>
                      <a:pt x="5072601" y="25669"/>
                      <a:pt x="5052066" y="6845"/>
                      <a:pt x="5028108" y="6845"/>
                    </a:cubicBezTo>
                    <a:cubicBezTo>
                      <a:pt x="2822317" y="6845"/>
                      <a:pt x="2822317" y="6845"/>
                      <a:pt x="2822317" y="6845"/>
                    </a:cubicBezTo>
                    <a:cubicBezTo>
                      <a:pt x="2798359" y="6845"/>
                      <a:pt x="2777825" y="25669"/>
                      <a:pt x="2777825" y="51338"/>
                    </a:cubicBezTo>
                    <a:cubicBezTo>
                      <a:pt x="2777825" y="1276591"/>
                      <a:pt x="2777825" y="1276591"/>
                      <a:pt x="2777825" y="1276591"/>
                    </a:cubicBezTo>
                    <a:cubicBezTo>
                      <a:pt x="2777825" y="1303971"/>
                      <a:pt x="2755578" y="1327928"/>
                      <a:pt x="2726487" y="1327928"/>
                    </a:cubicBezTo>
                    <a:cubicBezTo>
                      <a:pt x="279410" y="1327928"/>
                      <a:pt x="279410" y="1327928"/>
                      <a:pt x="279410" y="1327928"/>
                    </a:cubicBezTo>
                    <a:cubicBezTo>
                      <a:pt x="252030" y="1327928"/>
                      <a:pt x="228073" y="1303971"/>
                      <a:pt x="228073" y="1276591"/>
                    </a:cubicBezTo>
                    <a:cubicBezTo>
                      <a:pt x="228073" y="453481"/>
                      <a:pt x="228073" y="453481"/>
                      <a:pt x="228073" y="453481"/>
                    </a:cubicBezTo>
                    <a:cubicBezTo>
                      <a:pt x="228073" y="427812"/>
                      <a:pt x="207538" y="408988"/>
                      <a:pt x="183580" y="408988"/>
                    </a:cubicBezTo>
                    <a:cubicBezTo>
                      <a:pt x="120092" y="408988"/>
                      <a:pt x="58927" y="408988"/>
                      <a:pt x="0" y="408988"/>
                    </a:cubicBezTo>
                    <a:lnTo>
                      <a:pt x="0" y="402143"/>
                    </a:lnTo>
                    <a:cubicBezTo>
                      <a:pt x="183580" y="402143"/>
                      <a:pt x="183580" y="402143"/>
                      <a:pt x="183580" y="402143"/>
                    </a:cubicBezTo>
                    <a:cubicBezTo>
                      <a:pt x="212672" y="402143"/>
                      <a:pt x="234918" y="424389"/>
                      <a:pt x="234918" y="453481"/>
                    </a:cubicBezTo>
                    <a:cubicBezTo>
                      <a:pt x="234918" y="1276591"/>
                      <a:pt x="234918" y="1276591"/>
                      <a:pt x="234918" y="1276591"/>
                    </a:cubicBezTo>
                    <a:cubicBezTo>
                      <a:pt x="234918" y="1300548"/>
                      <a:pt x="255453" y="1321083"/>
                      <a:pt x="279410" y="1321083"/>
                    </a:cubicBezTo>
                    <a:cubicBezTo>
                      <a:pt x="2726487" y="1321083"/>
                      <a:pt x="2726487" y="1321083"/>
                      <a:pt x="2726487" y="1321083"/>
                    </a:cubicBezTo>
                    <a:cubicBezTo>
                      <a:pt x="2750445" y="1321083"/>
                      <a:pt x="2770980" y="1300548"/>
                      <a:pt x="2770980" y="1276591"/>
                    </a:cubicBezTo>
                    <a:cubicBezTo>
                      <a:pt x="2770980" y="51338"/>
                      <a:pt x="2770980" y="51338"/>
                      <a:pt x="2770980" y="51338"/>
                    </a:cubicBezTo>
                    <a:cubicBezTo>
                      <a:pt x="2770980" y="22246"/>
                      <a:pt x="2794937" y="0"/>
                      <a:pt x="282231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" name="Rektangel 13"/>
              <p:cNvSpPr/>
              <p:nvPr/>
            </p:nvSpPr>
            <p:spPr>
              <a:xfrm>
                <a:off x="900907" y="3041048"/>
                <a:ext cx="9144000" cy="1250039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435100">
                    <a:moveTo>
                      <a:pt x="4819337" y="0"/>
                    </a:moveTo>
                    <a:cubicBezTo>
                      <a:pt x="5888863" y="0"/>
                      <a:pt x="5888863" y="0"/>
                      <a:pt x="5888863" y="0"/>
                    </a:cubicBezTo>
                    <a:cubicBezTo>
                      <a:pt x="5917955" y="0"/>
                      <a:pt x="5940201" y="23947"/>
                      <a:pt x="5940201" y="51315"/>
                    </a:cubicBezTo>
                    <a:cubicBezTo>
                      <a:pt x="5940201" y="1228131"/>
                      <a:pt x="5940201" y="1228131"/>
                      <a:pt x="5940201" y="1228131"/>
                    </a:cubicBezTo>
                    <a:cubicBezTo>
                      <a:pt x="5940201" y="1253788"/>
                      <a:pt x="5960736" y="1272604"/>
                      <a:pt x="5984693" y="1272604"/>
                    </a:cubicBezTo>
                    <a:cubicBezTo>
                      <a:pt x="8152838" y="1272604"/>
                      <a:pt x="8152838" y="1272604"/>
                      <a:pt x="8152838" y="1272604"/>
                    </a:cubicBezTo>
                    <a:cubicBezTo>
                      <a:pt x="8176795" y="1272604"/>
                      <a:pt x="8197330" y="1253788"/>
                      <a:pt x="8197330" y="1228131"/>
                    </a:cubicBezTo>
                    <a:cubicBezTo>
                      <a:pt x="8197330" y="256573"/>
                      <a:pt x="8197330" y="256573"/>
                      <a:pt x="8197330" y="256573"/>
                    </a:cubicBezTo>
                    <a:cubicBezTo>
                      <a:pt x="8197330" y="227495"/>
                      <a:pt x="8219576" y="205259"/>
                      <a:pt x="8248667" y="205259"/>
                    </a:cubicBezTo>
                    <a:cubicBezTo>
                      <a:pt x="8970812" y="205259"/>
                      <a:pt x="8970812" y="205259"/>
                      <a:pt x="8970812" y="205259"/>
                    </a:cubicBezTo>
                    <a:cubicBezTo>
                      <a:pt x="8998191" y="205259"/>
                      <a:pt x="9020438" y="227495"/>
                      <a:pt x="9020438" y="256573"/>
                    </a:cubicBezTo>
                    <a:cubicBezTo>
                      <a:pt x="9020438" y="465253"/>
                      <a:pt x="9020438" y="465253"/>
                      <a:pt x="9020438" y="465253"/>
                    </a:cubicBezTo>
                    <a:cubicBezTo>
                      <a:pt x="9020438" y="489200"/>
                      <a:pt x="9040972" y="508015"/>
                      <a:pt x="9064930" y="508015"/>
                    </a:cubicBezTo>
                    <a:lnTo>
                      <a:pt x="9144000" y="508015"/>
                    </a:lnTo>
                    <a:lnTo>
                      <a:pt x="9144000" y="514857"/>
                    </a:lnTo>
                    <a:cubicBezTo>
                      <a:pt x="9064930" y="514857"/>
                      <a:pt x="9064930" y="514857"/>
                      <a:pt x="9064930" y="514857"/>
                    </a:cubicBezTo>
                    <a:cubicBezTo>
                      <a:pt x="9037550" y="514857"/>
                      <a:pt x="9013593" y="492621"/>
                      <a:pt x="9013593" y="465253"/>
                    </a:cubicBezTo>
                    <a:cubicBezTo>
                      <a:pt x="9013593" y="256573"/>
                      <a:pt x="9013593" y="256573"/>
                      <a:pt x="9013593" y="256573"/>
                    </a:cubicBezTo>
                    <a:cubicBezTo>
                      <a:pt x="9013593" y="232627"/>
                      <a:pt x="8994769" y="212101"/>
                      <a:pt x="8970812" y="212101"/>
                    </a:cubicBezTo>
                    <a:cubicBezTo>
                      <a:pt x="8248667" y="212101"/>
                      <a:pt x="8248667" y="212101"/>
                      <a:pt x="8248667" y="212101"/>
                    </a:cubicBezTo>
                    <a:cubicBezTo>
                      <a:pt x="8222998" y="212101"/>
                      <a:pt x="8204175" y="232627"/>
                      <a:pt x="8204175" y="256573"/>
                    </a:cubicBezTo>
                    <a:cubicBezTo>
                      <a:pt x="8204175" y="1228131"/>
                      <a:pt x="8204175" y="1228131"/>
                      <a:pt x="8204175" y="1228131"/>
                    </a:cubicBezTo>
                    <a:cubicBezTo>
                      <a:pt x="8204175" y="1257209"/>
                      <a:pt x="8180217" y="1279446"/>
                      <a:pt x="8152838" y="1279446"/>
                    </a:cubicBezTo>
                    <a:cubicBezTo>
                      <a:pt x="5984693" y="1279446"/>
                      <a:pt x="5984693" y="1279446"/>
                      <a:pt x="5984693" y="1279446"/>
                    </a:cubicBezTo>
                    <a:cubicBezTo>
                      <a:pt x="5957313" y="1279446"/>
                      <a:pt x="5933356" y="1257209"/>
                      <a:pt x="5933356" y="1228131"/>
                    </a:cubicBezTo>
                    <a:cubicBezTo>
                      <a:pt x="5933356" y="51315"/>
                      <a:pt x="5933356" y="51315"/>
                      <a:pt x="5933356" y="51315"/>
                    </a:cubicBezTo>
                    <a:cubicBezTo>
                      <a:pt x="5933356" y="27368"/>
                      <a:pt x="5914532" y="6842"/>
                      <a:pt x="5888863" y="6842"/>
                    </a:cubicBezTo>
                    <a:cubicBezTo>
                      <a:pt x="4819337" y="6842"/>
                      <a:pt x="4819337" y="6842"/>
                      <a:pt x="4819337" y="6842"/>
                    </a:cubicBezTo>
                    <a:cubicBezTo>
                      <a:pt x="4795380" y="6842"/>
                      <a:pt x="4774845" y="27368"/>
                      <a:pt x="4774845" y="51315"/>
                    </a:cubicBezTo>
                    <a:cubicBezTo>
                      <a:pt x="4774845" y="1383786"/>
                      <a:pt x="4774845" y="1383786"/>
                      <a:pt x="4774845" y="1383786"/>
                    </a:cubicBezTo>
                    <a:cubicBezTo>
                      <a:pt x="4774845" y="1412864"/>
                      <a:pt x="4752599" y="1435100"/>
                      <a:pt x="4723507" y="1435100"/>
                    </a:cubicBezTo>
                    <a:cubicBezTo>
                      <a:pt x="3236438" y="1435100"/>
                      <a:pt x="3236438" y="1435100"/>
                      <a:pt x="3236438" y="1435100"/>
                    </a:cubicBezTo>
                    <a:cubicBezTo>
                      <a:pt x="3207346" y="1435100"/>
                      <a:pt x="3185100" y="1412864"/>
                      <a:pt x="3185100" y="1383786"/>
                    </a:cubicBezTo>
                    <a:cubicBezTo>
                      <a:pt x="3185100" y="259994"/>
                      <a:pt x="3185100" y="259994"/>
                      <a:pt x="3185100" y="259994"/>
                    </a:cubicBezTo>
                    <a:cubicBezTo>
                      <a:pt x="3185100" y="236048"/>
                      <a:pt x="3164565" y="215522"/>
                      <a:pt x="3140608" y="215522"/>
                    </a:cubicBezTo>
                    <a:cubicBezTo>
                      <a:pt x="986153" y="215522"/>
                      <a:pt x="986153" y="215522"/>
                      <a:pt x="986153" y="215522"/>
                    </a:cubicBezTo>
                    <a:cubicBezTo>
                      <a:pt x="960485" y="215522"/>
                      <a:pt x="941661" y="236048"/>
                      <a:pt x="941661" y="259994"/>
                    </a:cubicBezTo>
                    <a:cubicBezTo>
                      <a:pt x="941661" y="1079319"/>
                      <a:pt x="941661" y="1079319"/>
                      <a:pt x="941661" y="1079319"/>
                    </a:cubicBezTo>
                    <a:cubicBezTo>
                      <a:pt x="941661" y="1108397"/>
                      <a:pt x="917704" y="1130633"/>
                      <a:pt x="890324" y="1130633"/>
                    </a:cubicBezTo>
                    <a:cubicBezTo>
                      <a:pt x="538949" y="1130633"/>
                      <a:pt x="245341" y="1130633"/>
                      <a:pt x="0" y="1130633"/>
                    </a:cubicBezTo>
                    <a:lnTo>
                      <a:pt x="0" y="1123791"/>
                    </a:lnTo>
                    <a:cubicBezTo>
                      <a:pt x="890324" y="1123791"/>
                      <a:pt x="890324" y="1123791"/>
                      <a:pt x="890324" y="1123791"/>
                    </a:cubicBezTo>
                    <a:cubicBezTo>
                      <a:pt x="914281" y="1123791"/>
                      <a:pt x="934816" y="1103265"/>
                      <a:pt x="934816" y="1079319"/>
                    </a:cubicBezTo>
                    <a:cubicBezTo>
                      <a:pt x="934816" y="259994"/>
                      <a:pt x="934816" y="259994"/>
                      <a:pt x="934816" y="259994"/>
                    </a:cubicBezTo>
                    <a:cubicBezTo>
                      <a:pt x="934816" y="230916"/>
                      <a:pt x="957062" y="208680"/>
                      <a:pt x="986153" y="208680"/>
                    </a:cubicBezTo>
                    <a:cubicBezTo>
                      <a:pt x="3140608" y="208680"/>
                      <a:pt x="3140608" y="208680"/>
                      <a:pt x="3140608" y="208680"/>
                    </a:cubicBezTo>
                    <a:cubicBezTo>
                      <a:pt x="3167988" y="208680"/>
                      <a:pt x="3191945" y="230916"/>
                      <a:pt x="3191945" y="259994"/>
                    </a:cubicBezTo>
                    <a:cubicBezTo>
                      <a:pt x="3191945" y="1383786"/>
                      <a:pt x="3191945" y="1383786"/>
                      <a:pt x="3191945" y="1383786"/>
                    </a:cubicBezTo>
                    <a:cubicBezTo>
                      <a:pt x="3191945" y="1409443"/>
                      <a:pt x="3210769" y="1428258"/>
                      <a:pt x="3236438" y="1428258"/>
                    </a:cubicBezTo>
                    <a:cubicBezTo>
                      <a:pt x="4723507" y="1428258"/>
                      <a:pt x="4723507" y="1428258"/>
                      <a:pt x="4723507" y="1428258"/>
                    </a:cubicBezTo>
                    <a:cubicBezTo>
                      <a:pt x="4749176" y="1428258"/>
                      <a:pt x="4768000" y="1409443"/>
                      <a:pt x="4768000" y="1383786"/>
                    </a:cubicBezTo>
                    <a:cubicBezTo>
                      <a:pt x="4768000" y="51315"/>
                      <a:pt x="4768000" y="51315"/>
                      <a:pt x="4768000" y="51315"/>
                    </a:cubicBezTo>
                    <a:cubicBezTo>
                      <a:pt x="4768000" y="23947"/>
                      <a:pt x="4791957" y="0"/>
                      <a:pt x="481933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solidFill>
                      <a:srgbClr val="1F497D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4998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62D44-9BB5-418D-8A48-EA2A97F54C4B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011539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FB40A-63C3-40EC-B484-BEB026E13EAC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924121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29A81-FB0B-4F5B-8E70-D09EB8D7A4A7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448195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8CA8F-4A43-41EF-B497-DD4149C080CA}" type="datetime5">
              <a:rPr lang="en-US" smtClean="0"/>
              <a:t>2-Apr-20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388922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98AE5-DC26-4EF3-9937-09E278DC60EB}" type="datetime5">
              <a:rPr lang="en-US" smtClean="0"/>
              <a:t>2-Apr-20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925735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989FA0-DDD5-4437-AD8F-C343C9C526D4}" type="datetime5">
              <a:rPr lang="en-US" smtClean="0"/>
              <a:t>2-Apr-20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59131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51C3A-C368-4F0D-8D85-756DC392FC4F}" type="datetime5">
              <a:rPr lang="en-US" smtClean="0"/>
              <a:t>2-Apr-20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185375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6681A-AF31-4120-969B-E924D9A47771}" type="datetime5">
              <a:rPr lang="en-US" smtClean="0"/>
              <a:t>2-Apr-20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072067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B04DB-4778-4F59-9829-7E4536C23145}" type="datetime5">
              <a:rPr lang="en-US" smtClean="0"/>
              <a:t>2-Apr-20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173204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1AA5E-FF76-4BD9-A1BF-C6E3FD475BF4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250688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34519-1A38-4BCD-BC7F-E184E1462810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8790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FFFFF"/>
            </a:gs>
            <a:gs pos="69000">
              <a:srgbClr val="FDFDFD"/>
            </a:gs>
            <a:gs pos="100000">
              <a:schemeClr val="bg2">
                <a:alpha val="5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35480" y="364808"/>
            <a:ext cx="9418320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6323905"/>
            <a:ext cx="10515600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9942" y="913448"/>
            <a:ext cx="1363858" cy="53526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softEdge rad="12700"/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Picture 2" descr="http://www.osemosys.org/uploads/1/8/5/0/18504136/logo_1.png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2967" y="265989"/>
            <a:ext cx="1977808" cy="711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8720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spc="-15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spc="-15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spc="-15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8AAAB-CBEC-416D-83B6-509BD8C5945B}" type="datetime5">
              <a:rPr lang="en-US" smtClean="0"/>
              <a:t>2-Apr-20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663729-89A8-4F13-869B-AAE84EB86F1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3633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customXml" Target="../../customXml/item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customXml" Target="../../customXml/item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 smtClean="0"/>
              <a:t>OSeMOSYS</a:t>
            </a:r>
            <a:r>
              <a:rPr lang="sv-SE" dirty="0" smtClean="0"/>
              <a:t> </a:t>
            </a:r>
            <a:r>
              <a:rPr lang="sv-SE" dirty="0" err="1" smtClean="0"/>
              <a:t>Applications</a:t>
            </a:r>
            <a:endParaRPr lang="en-GB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480" y="1596725"/>
            <a:ext cx="8543459" cy="4717578"/>
          </a:xfr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4240F-D117-4018-ADF8-2FFC42DE6610}" type="datetime5">
              <a:rPr lang="en-US" smtClean="0"/>
              <a:t>2-Apr-20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257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OSeMOSYS </a:t>
            </a:r>
            <a:r>
              <a:rPr lang="sv-SE" dirty="0" err="1"/>
              <a:t>Applications</a:t>
            </a:r>
            <a:endParaRPr lang="en-GB" dirty="0"/>
          </a:p>
        </p:txBody>
      </p:sp>
      <p:sp>
        <p:nvSpPr>
          <p:cNvPr id="10" name="TextBox 9"/>
          <p:cNvSpPr txBox="1"/>
          <p:nvPr>
            <p:custDataLst>
              <p:custData r:id="rId1"/>
            </p:custDataLst>
          </p:nvPr>
        </p:nvSpPr>
        <p:spPr>
          <a:xfrm>
            <a:off x="738716" y="1786721"/>
            <a:ext cx="2231571" cy="713247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/>
            <a:r>
              <a:rPr lang="en-GB" sz="3600" b="1" spc="-150" dirty="0" smtClean="0">
                <a:latin typeface="+mn-lt"/>
              </a:rPr>
              <a:t>OSeMOSYS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38716" y="2710134"/>
            <a:ext cx="5008359" cy="738664"/>
          </a:xfrm>
          <a:prstGeom prst="rect">
            <a:avLst/>
          </a:prstGeom>
        </p:spPr>
        <p:txBody>
          <a:bodyPr vert="horz" wrap="square" lIns="91440" tIns="0" rIns="9144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spc="-150" dirty="0" smtClean="0"/>
              <a:t>IRENA African Power Pools: Planning and Prospects of Renewable Energy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8716" y="3806439"/>
            <a:ext cx="4781565" cy="369332"/>
          </a:xfrm>
          <a:prstGeom prst="rect">
            <a:avLst/>
          </a:prstGeom>
        </p:spPr>
        <p:txBody>
          <a:bodyPr vert="horz" wrap="none" lIns="91440" tIns="0" rIns="9144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spc="-150" dirty="0" smtClean="0"/>
              <a:t>IEA WEO 2014 – Africa Energy Outlook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8716" y="4436427"/>
            <a:ext cx="5133257" cy="738664"/>
          </a:xfrm>
          <a:prstGeom prst="rect">
            <a:avLst/>
          </a:prstGeom>
        </p:spPr>
        <p:txBody>
          <a:bodyPr vert="horz" wrap="square" lIns="91440" tIns="0" rIns="9144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spc="-150" dirty="0" smtClean="0"/>
              <a:t>WB – Enhancing the  Climate Resilience of African Infrastructure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673" y="480277"/>
            <a:ext cx="5464752" cy="272012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9404" y="3593996"/>
            <a:ext cx="1806286" cy="260579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400" y="3593996"/>
            <a:ext cx="1828800" cy="260579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3765" y="3593996"/>
            <a:ext cx="1800225" cy="260579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8716" y="5331490"/>
            <a:ext cx="5008359" cy="738664"/>
          </a:xfrm>
          <a:prstGeom prst="rect">
            <a:avLst/>
          </a:prstGeom>
        </p:spPr>
        <p:txBody>
          <a:bodyPr vert="horz" wrap="none" lIns="91440" tIns="0" rIns="9144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spc="-150" dirty="0" smtClean="0"/>
              <a:t>UNECE transboundary nexus assessments</a:t>
            </a:r>
          </a:p>
          <a:p>
            <a:r>
              <a:rPr lang="en-GB" sz="2400" spc="-150" dirty="0" smtClean="0"/>
              <a:t>        (Sava and Drina)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F5D5E-7269-4860-A184-36F8905B293A}" type="datetime5">
              <a:rPr lang="en-US" smtClean="0"/>
              <a:t>2-Apr-20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540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OSeMOSYS </a:t>
            </a:r>
            <a:r>
              <a:rPr lang="sv-SE" dirty="0" err="1"/>
              <a:t>Applications</a:t>
            </a:r>
            <a:endParaRPr lang="en-GB" dirty="0"/>
          </a:p>
        </p:txBody>
      </p:sp>
      <p:sp>
        <p:nvSpPr>
          <p:cNvPr id="10" name="TextBox 9"/>
          <p:cNvSpPr txBox="1"/>
          <p:nvPr>
            <p:custDataLst>
              <p:custData r:id="rId1"/>
            </p:custDataLst>
          </p:nvPr>
        </p:nvSpPr>
        <p:spPr>
          <a:xfrm>
            <a:off x="738716" y="1786721"/>
            <a:ext cx="2231571" cy="713247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/>
            <a:r>
              <a:rPr lang="en-GB" sz="3600" b="1" spc="-150" dirty="0" smtClean="0">
                <a:latin typeface="+mn-lt"/>
              </a:rPr>
              <a:t>OSeMOSYS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8716" y="2614568"/>
            <a:ext cx="5105628" cy="369332"/>
          </a:xfrm>
          <a:prstGeom prst="rect">
            <a:avLst/>
          </a:prstGeom>
        </p:spPr>
        <p:txBody>
          <a:bodyPr vert="horz" wrap="none" lIns="91440" tIns="0" rIns="9144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spc="-150" dirty="0" smtClean="0"/>
              <a:t>TEMBA – The Energy Model Base for Africa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8716" y="3442840"/>
            <a:ext cx="4493731" cy="369332"/>
          </a:xfrm>
          <a:prstGeom prst="rect">
            <a:avLst/>
          </a:prstGeom>
        </p:spPr>
        <p:txBody>
          <a:bodyPr vert="horz" wrap="none" lIns="91440" tIns="0" rIns="9144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spc="-150" dirty="0" smtClean="0"/>
              <a:t>SAMBA – South America Model 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716" y="4129640"/>
            <a:ext cx="5329835" cy="1107996"/>
          </a:xfrm>
          <a:prstGeom prst="rect">
            <a:avLst/>
          </a:prstGeom>
        </p:spPr>
        <p:txBody>
          <a:bodyPr vert="horz" wrap="square" lIns="91440" tIns="0" rIns="9144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spc="-150" dirty="0" smtClean="0"/>
              <a:t>CLEWS applications (GLUCOSE, Uganda, Nicaragua, Zimbabwe, Mauritius, Kenya, Bolivia, …)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8716" y="5277489"/>
            <a:ext cx="5794224" cy="738664"/>
          </a:xfrm>
          <a:prstGeom prst="rect">
            <a:avLst/>
          </a:prstGeom>
        </p:spPr>
        <p:txBody>
          <a:bodyPr vert="horz" wrap="square" lIns="91440" tIns="0" rIns="9144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spc="-150" dirty="0" smtClean="0"/>
              <a:t>Among UNDESA modelling tools for sustainable development policies. 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844" y="1640289"/>
            <a:ext cx="2357756" cy="235775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7724" y="4213289"/>
            <a:ext cx="4195834" cy="192781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9644" y="1885827"/>
            <a:ext cx="3143513" cy="182837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D0F5C-C586-4DE3-9413-1033D0D479EA}" type="datetime5">
              <a:rPr lang="en-US" smtClean="0"/>
              <a:t>2-Apr-20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082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SeMOSYS_dESA_OpTIMU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0" rIns="91440" bIns="0" rtlCol="0" anchor="t">
        <a:normAutofit fontScale="92500" lnSpcReduction="10000"/>
      </a:bodyPr>
      <a:lstStyle>
        <a:defPPr marL="457200" indent="0">
          <a:defRPr sz="3000" b="1" spc="-150" dirty="0" smtClean="0">
            <a:solidFill>
              <a:schemeClr val="bg2">
                <a:lumMod val="50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SeMOSYS_dESA_OpTIMUS" id="{87B24570-67CC-4463-B33B-D3B7D7BCBA01}" vid="{5874AC31-46F6-47B9-A431-4546F1FB4AFB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 OSeMOSYS Community_AB" id="{05E57207-9E8F-4997-AF84-042E96A9F9B0}" vid="{05C5C074-0B80-4D41-8661-E94856CD752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2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3.xml><?xml version="1.0" encoding="utf-8"?>
<Control xmlns="http://schemas.microsoft.com/VisualStudio/2011/storyboarding/control">
  <Id Name="63006fdc-ec28-45de-86bf-e6eec10d2712" Revision="1" Stencil="System.MyShapes" StencilVersion="1.0"/>
</Control>
</file>

<file path=customXml/itemProps1.xml><?xml version="1.0" encoding="utf-8"?>
<ds:datastoreItem xmlns:ds="http://schemas.openxmlformats.org/officeDocument/2006/customXml" ds:itemID="{1CFCFB3A-1124-4BB9-AF75-CF97631426FE}">
  <ds:schemaRefs>
    <ds:schemaRef ds:uri="http://schemas.microsoft.com/VisualStudio/2011/storyboarding/control"/>
  </ds:schemaRefs>
</ds:datastoreItem>
</file>

<file path=customXml/itemProps2.xml><?xml version="1.0" encoding="utf-8"?>
<ds:datastoreItem xmlns:ds="http://schemas.openxmlformats.org/officeDocument/2006/customXml" ds:itemID="{A3DE4E40-43A6-4881-AA8B-24AE61AEFE20}">
  <ds:schemaRefs>
    <ds:schemaRef ds:uri="http://schemas.microsoft.com/VisualStudio/2011/storyboarding/control"/>
  </ds:schemaRefs>
</ds:datastoreItem>
</file>

<file path=customXml/itemProps3.xml><?xml version="1.0" encoding="utf-8"?>
<ds:datastoreItem xmlns:ds="http://schemas.openxmlformats.org/officeDocument/2006/customXml" ds:itemID="{834A27C6-F506-436C-BE80-EBD990020008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OSeMOSYS_dESA_OpTIMUS</Template>
  <TotalTime>6909</TotalTime>
  <Words>93</Words>
  <Application>Microsoft Office PowerPoint</Application>
  <PresentationFormat>Widescreen</PresentationFormat>
  <Paragraphs>21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OSeMOSYS_dESA_OpTIMUS</vt:lpstr>
      <vt:lpstr>Custom Design</vt:lpstr>
      <vt:lpstr>OSeMOSYS Applications</vt:lpstr>
      <vt:lpstr>OSeMOSYS Applications</vt:lpstr>
      <vt:lpstr>OSeMOSYS Applications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Ioannis Pappis</dc:creator>
  <cp:lastModifiedBy>Francesco Gardumi</cp:lastModifiedBy>
  <cp:revision>162</cp:revision>
  <dcterms:created xsi:type="dcterms:W3CDTF">2017-06-07T13:22:49Z</dcterms:created>
  <dcterms:modified xsi:type="dcterms:W3CDTF">2020-04-02T16:43:03Z</dcterms:modified>
</cp:coreProperties>
</file>