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20"/>
  </p:notesMasterIdLst>
  <p:handoutMasterIdLst>
    <p:handoutMasterId r:id="rId21"/>
  </p:handoutMasterIdLst>
  <p:sldIdLst>
    <p:sldId id="313" r:id="rId2"/>
    <p:sldId id="322" r:id="rId3"/>
    <p:sldId id="274" r:id="rId4"/>
    <p:sldId id="275" r:id="rId5"/>
    <p:sldId id="277" r:id="rId6"/>
    <p:sldId id="317" r:id="rId7"/>
    <p:sldId id="257" r:id="rId8"/>
    <p:sldId id="264" r:id="rId9"/>
    <p:sldId id="272" r:id="rId10"/>
    <p:sldId id="323" r:id="rId11"/>
    <p:sldId id="324" r:id="rId12"/>
    <p:sldId id="325" r:id="rId13"/>
    <p:sldId id="326" r:id="rId14"/>
    <p:sldId id="327" r:id="rId15"/>
    <p:sldId id="328" r:id="rId16"/>
    <p:sldId id="269" r:id="rId17"/>
    <p:sldId id="271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9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  <p:cmAuthor id="2" name="Taliotis Constantinos" initials="TC" lastIdx="2" clrIdx="1">
    <p:extLst>
      <p:ext uri="{19B8F6BF-5375-455C-9EA6-DF929625EA0E}">
        <p15:presenceInfo xmlns:p15="http://schemas.microsoft.com/office/powerpoint/2012/main" userId="Taliotis Constantino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20" autoAdjust="0"/>
    <p:restoredTop sz="91643" autoAdjust="0"/>
  </p:normalViewPr>
  <p:slideViewPr>
    <p:cSldViewPr snapToGrid="0">
      <p:cViewPr varScale="1">
        <p:scale>
          <a:sx n="108" d="100"/>
          <a:sy n="108" d="100"/>
        </p:scale>
        <p:origin x="476" y="6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.costas\Desktop\dESA\Projects\IRENA\CYPRUS\Work\Input%20files\DailyGeneration2012%20(63%20time%20slices)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.costas\Desktop\dESA\Projects\IRENA\CYPRUS\Work\Input%20files\DailyGeneration2012%20(63%20time%20slices).xl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.costas\Desktop\dESA\Projects\IRENA\CYPRUS\Work\Input%20files\DailyGeneration2012%20(63%20time%20slices)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Data2012!$B$4</c:f>
              <c:strCache>
                <c:ptCount val="1"/>
                <c:pt idx="0">
                  <c:v>Daily average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Data2012!$A$5:$A$35045</c:f>
              <c:numCache>
                <c:formatCode>General</c:formatCode>
                <c:ptCount val="35033"/>
                <c:pt idx="0" formatCode="m/d/yyyy">
                  <c:v>40909</c:v>
                </c:pt>
                <c:pt idx="96" formatCode="m/d/yyyy">
                  <c:v>40910</c:v>
                </c:pt>
                <c:pt idx="192" formatCode="m/d/yyyy">
                  <c:v>40911</c:v>
                </c:pt>
                <c:pt idx="288" formatCode="m/d/yyyy">
                  <c:v>40912</c:v>
                </c:pt>
                <c:pt idx="384" formatCode="m/d/yyyy">
                  <c:v>40913</c:v>
                </c:pt>
                <c:pt idx="480" formatCode="m/d/yyyy">
                  <c:v>40914</c:v>
                </c:pt>
                <c:pt idx="576" formatCode="m/d/yyyy">
                  <c:v>40915</c:v>
                </c:pt>
                <c:pt idx="672" formatCode="m/d/yyyy">
                  <c:v>40916</c:v>
                </c:pt>
                <c:pt idx="768" formatCode="m/d/yyyy">
                  <c:v>40917</c:v>
                </c:pt>
                <c:pt idx="864" formatCode="m/d/yyyy">
                  <c:v>40918</c:v>
                </c:pt>
                <c:pt idx="960" formatCode="m/d/yyyy">
                  <c:v>40919</c:v>
                </c:pt>
                <c:pt idx="1056" formatCode="m/d/yyyy">
                  <c:v>40920</c:v>
                </c:pt>
                <c:pt idx="1152" formatCode="m/d/yyyy">
                  <c:v>40921</c:v>
                </c:pt>
                <c:pt idx="1248" formatCode="m/d/yyyy">
                  <c:v>40922</c:v>
                </c:pt>
                <c:pt idx="1344" formatCode="m/d/yyyy">
                  <c:v>40923</c:v>
                </c:pt>
                <c:pt idx="1440" formatCode="m/d/yyyy">
                  <c:v>40924</c:v>
                </c:pt>
                <c:pt idx="1536" formatCode="m/d/yyyy">
                  <c:v>40925</c:v>
                </c:pt>
                <c:pt idx="1632" formatCode="m/d/yyyy">
                  <c:v>40926</c:v>
                </c:pt>
                <c:pt idx="1728" formatCode="m/d/yyyy">
                  <c:v>40927</c:v>
                </c:pt>
                <c:pt idx="1824" formatCode="m/d/yyyy">
                  <c:v>40928</c:v>
                </c:pt>
                <c:pt idx="1920" formatCode="m/d/yyyy">
                  <c:v>40929</c:v>
                </c:pt>
                <c:pt idx="2016" formatCode="m/d/yyyy">
                  <c:v>40930</c:v>
                </c:pt>
                <c:pt idx="2112" formatCode="m/d/yyyy">
                  <c:v>40931</c:v>
                </c:pt>
                <c:pt idx="2208" formatCode="m/d/yyyy">
                  <c:v>40932</c:v>
                </c:pt>
                <c:pt idx="2304" formatCode="m/d/yyyy">
                  <c:v>40933</c:v>
                </c:pt>
                <c:pt idx="2400" formatCode="m/d/yyyy">
                  <c:v>40934</c:v>
                </c:pt>
                <c:pt idx="2496" formatCode="m/d/yyyy">
                  <c:v>40935</c:v>
                </c:pt>
                <c:pt idx="2592" formatCode="m/d/yyyy">
                  <c:v>40936</c:v>
                </c:pt>
                <c:pt idx="2688" formatCode="m/d/yyyy">
                  <c:v>40937</c:v>
                </c:pt>
                <c:pt idx="2784" formatCode="m/d/yyyy">
                  <c:v>40938</c:v>
                </c:pt>
                <c:pt idx="2880" formatCode="m/d/yyyy">
                  <c:v>40939</c:v>
                </c:pt>
                <c:pt idx="2976" formatCode="m/d/yyyy">
                  <c:v>40940</c:v>
                </c:pt>
                <c:pt idx="3072" formatCode="m/d/yyyy">
                  <c:v>40941</c:v>
                </c:pt>
                <c:pt idx="3168" formatCode="m/d/yyyy">
                  <c:v>40942</c:v>
                </c:pt>
                <c:pt idx="3264" formatCode="m/d/yyyy">
                  <c:v>40943</c:v>
                </c:pt>
                <c:pt idx="3360" formatCode="m/d/yyyy">
                  <c:v>40944</c:v>
                </c:pt>
                <c:pt idx="3456" formatCode="m/d/yyyy">
                  <c:v>40945</c:v>
                </c:pt>
                <c:pt idx="3552" formatCode="m/d/yyyy">
                  <c:v>40946</c:v>
                </c:pt>
                <c:pt idx="3648" formatCode="m/d/yyyy">
                  <c:v>40947</c:v>
                </c:pt>
                <c:pt idx="3744" formatCode="m/d/yyyy">
                  <c:v>40948</c:v>
                </c:pt>
                <c:pt idx="3840" formatCode="m/d/yyyy">
                  <c:v>40949</c:v>
                </c:pt>
                <c:pt idx="3936" formatCode="m/d/yyyy">
                  <c:v>40950</c:v>
                </c:pt>
                <c:pt idx="4032" formatCode="m/d/yyyy">
                  <c:v>40951</c:v>
                </c:pt>
                <c:pt idx="4128" formatCode="m/d/yyyy">
                  <c:v>40952</c:v>
                </c:pt>
                <c:pt idx="4224" formatCode="m/d/yyyy">
                  <c:v>40953</c:v>
                </c:pt>
                <c:pt idx="4320" formatCode="m/d/yyyy">
                  <c:v>40954</c:v>
                </c:pt>
                <c:pt idx="4416" formatCode="m/d/yyyy">
                  <c:v>40955</c:v>
                </c:pt>
                <c:pt idx="4512" formatCode="m/d/yyyy">
                  <c:v>40956</c:v>
                </c:pt>
                <c:pt idx="4608" formatCode="m/d/yyyy">
                  <c:v>40957</c:v>
                </c:pt>
                <c:pt idx="4704" formatCode="m/d/yyyy">
                  <c:v>40958</c:v>
                </c:pt>
                <c:pt idx="4800" formatCode="m/d/yyyy">
                  <c:v>40959</c:v>
                </c:pt>
                <c:pt idx="4896" formatCode="m/d/yyyy">
                  <c:v>40960</c:v>
                </c:pt>
                <c:pt idx="4992" formatCode="m/d/yyyy">
                  <c:v>40961</c:v>
                </c:pt>
                <c:pt idx="5088" formatCode="m/d/yyyy">
                  <c:v>40962</c:v>
                </c:pt>
                <c:pt idx="5184" formatCode="m/d/yyyy">
                  <c:v>40963</c:v>
                </c:pt>
                <c:pt idx="5280" formatCode="m/d/yyyy">
                  <c:v>40964</c:v>
                </c:pt>
                <c:pt idx="5376" formatCode="m/d/yyyy">
                  <c:v>40965</c:v>
                </c:pt>
                <c:pt idx="5472" formatCode="m/d/yyyy">
                  <c:v>40966</c:v>
                </c:pt>
                <c:pt idx="5568" formatCode="m/d/yyyy">
                  <c:v>40967</c:v>
                </c:pt>
                <c:pt idx="5664" formatCode="m/d/yyyy">
                  <c:v>40968</c:v>
                </c:pt>
                <c:pt idx="5760" formatCode="m/d/yyyy">
                  <c:v>40969</c:v>
                </c:pt>
                <c:pt idx="5856" formatCode="m/d/yyyy">
                  <c:v>40970</c:v>
                </c:pt>
                <c:pt idx="5952" formatCode="m/d/yyyy">
                  <c:v>40971</c:v>
                </c:pt>
                <c:pt idx="6048" formatCode="m/d/yyyy">
                  <c:v>40972</c:v>
                </c:pt>
                <c:pt idx="6144" formatCode="m/d/yyyy">
                  <c:v>40973</c:v>
                </c:pt>
                <c:pt idx="6240" formatCode="m/d/yyyy">
                  <c:v>40974</c:v>
                </c:pt>
                <c:pt idx="6336" formatCode="m/d/yyyy">
                  <c:v>40975</c:v>
                </c:pt>
                <c:pt idx="6432" formatCode="m/d/yyyy">
                  <c:v>40976</c:v>
                </c:pt>
                <c:pt idx="6528" formatCode="m/d/yyyy">
                  <c:v>40977</c:v>
                </c:pt>
                <c:pt idx="6624" formatCode="m/d/yyyy">
                  <c:v>40978</c:v>
                </c:pt>
                <c:pt idx="6720" formatCode="m/d/yyyy">
                  <c:v>40979</c:v>
                </c:pt>
                <c:pt idx="6816" formatCode="m/d/yyyy">
                  <c:v>40980</c:v>
                </c:pt>
                <c:pt idx="6912" formatCode="m/d/yyyy">
                  <c:v>40981</c:v>
                </c:pt>
                <c:pt idx="7008" formatCode="m/d/yyyy">
                  <c:v>40982</c:v>
                </c:pt>
                <c:pt idx="7104" formatCode="m/d/yyyy">
                  <c:v>40983</c:v>
                </c:pt>
                <c:pt idx="7200" formatCode="m/d/yyyy">
                  <c:v>40984</c:v>
                </c:pt>
                <c:pt idx="7296" formatCode="m/d/yyyy">
                  <c:v>40985</c:v>
                </c:pt>
                <c:pt idx="7392" formatCode="m/d/yyyy">
                  <c:v>40986</c:v>
                </c:pt>
                <c:pt idx="7488" formatCode="m/d/yyyy">
                  <c:v>40987</c:v>
                </c:pt>
                <c:pt idx="7584" formatCode="m/d/yyyy">
                  <c:v>40988</c:v>
                </c:pt>
                <c:pt idx="7680" formatCode="m/d/yyyy">
                  <c:v>40989</c:v>
                </c:pt>
                <c:pt idx="7776" formatCode="m/d/yyyy">
                  <c:v>40990</c:v>
                </c:pt>
                <c:pt idx="7872" formatCode="m/d/yyyy">
                  <c:v>40991</c:v>
                </c:pt>
                <c:pt idx="7968" formatCode="m/d/yyyy">
                  <c:v>40992</c:v>
                </c:pt>
                <c:pt idx="8064" formatCode="m/d/yyyy">
                  <c:v>40993</c:v>
                </c:pt>
                <c:pt idx="8156" formatCode="m/d/yyyy">
                  <c:v>40994</c:v>
                </c:pt>
                <c:pt idx="8248" formatCode="m/d/yyyy">
                  <c:v>40995</c:v>
                </c:pt>
                <c:pt idx="8344" formatCode="m/d/yyyy">
                  <c:v>40996</c:v>
                </c:pt>
                <c:pt idx="8440" formatCode="m/d/yyyy">
                  <c:v>40997</c:v>
                </c:pt>
                <c:pt idx="8536" formatCode="m/d/yyyy">
                  <c:v>40998</c:v>
                </c:pt>
                <c:pt idx="8632" formatCode="m/d/yyyy">
                  <c:v>40999</c:v>
                </c:pt>
                <c:pt idx="8728" formatCode="m/d/yyyy">
                  <c:v>41000</c:v>
                </c:pt>
                <c:pt idx="8824" formatCode="m/d/yyyy">
                  <c:v>41001</c:v>
                </c:pt>
                <c:pt idx="8920" formatCode="m/d/yyyy">
                  <c:v>41002</c:v>
                </c:pt>
                <c:pt idx="9016" formatCode="m/d/yyyy">
                  <c:v>41003</c:v>
                </c:pt>
                <c:pt idx="9112" formatCode="m/d/yyyy">
                  <c:v>41004</c:v>
                </c:pt>
                <c:pt idx="9208" formatCode="m/d/yyyy">
                  <c:v>41005</c:v>
                </c:pt>
                <c:pt idx="9304" formatCode="m/d/yyyy">
                  <c:v>41006</c:v>
                </c:pt>
                <c:pt idx="9400" formatCode="m/d/yyyy">
                  <c:v>41007</c:v>
                </c:pt>
                <c:pt idx="9496" formatCode="d/m/yyyy;@">
                  <c:v>41008</c:v>
                </c:pt>
                <c:pt idx="9592" formatCode="d/m/yyyy;@">
                  <c:v>41009</c:v>
                </c:pt>
                <c:pt idx="9688" formatCode="d/m/yyyy;@">
                  <c:v>41010</c:v>
                </c:pt>
                <c:pt idx="9784" formatCode="d/m/yyyy;@">
                  <c:v>41011</c:v>
                </c:pt>
                <c:pt idx="9880" formatCode="d/m/yyyy;@">
                  <c:v>41012</c:v>
                </c:pt>
                <c:pt idx="9976" formatCode="d/m/yyyy;@">
                  <c:v>41013</c:v>
                </c:pt>
                <c:pt idx="10072" formatCode="d/m/yyyy;@">
                  <c:v>41014</c:v>
                </c:pt>
                <c:pt idx="10168" formatCode="d/m/yyyy;@">
                  <c:v>41015</c:v>
                </c:pt>
                <c:pt idx="10264" formatCode="d/m/yyyy;@">
                  <c:v>41016</c:v>
                </c:pt>
                <c:pt idx="10360" formatCode="d/m/yyyy;@">
                  <c:v>41017</c:v>
                </c:pt>
                <c:pt idx="10456" formatCode="d/m/yyyy;@">
                  <c:v>41018</c:v>
                </c:pt>
                <c:pt idx="10552" formatCode="d/m/yyyy;@">
                  <c:v>41019</c:v>
                </c:pt>
                <c:pt idx="10648" formatCode="d/m/yyyy;@">
                  <c:v>41020</c:v>
                </c:pt>
                <c:pt idx="10744" formatCode="d/m/yyyy;@">
                  <c:v>41021</c:v>
                </c:pt>
                <c:pt idx="10840" formatCode="d/m/yyyy;@">
                  <c:v>41022</c:v>
                </c:pt>
                <c:pt idx="10936" formatCode="d/m/yyyy;@">
                  <c:v>41023</c:v>
                </c:pt>
                <c:pt idx="11032" formatCode="d/m/yyyy;@">
                  <c:v>41024</c:v>
                </c:pt>
                <c:pt idx="11128" formatCode="d/m/yyyy;@">
                  <c:v>41025</c:v>
                </c:pt>
                <c:pt idx="11224" formatCode="d/m/yyyy;@">
                  <c:v>41026</c:v>
                </c:pt>
                <c:pt idx="11320" formatCode="d/m/yyyy;@">
                  <c:v>41027</c:v>
                </c:pt>
                <c:pt idx="11416" formatCode="d/m/yyyy;@">
                  <c:v>41028</c:v>
                </c:pt>
                <c:pt idx="11512" formatCode="d/m/yyyy;@">
                  <c:v>41029</c:v>
                </c:pt>
                <c:pt idx="11608" formatCode="d/m/yyyy;@">
                  <c:v>41030</c:v>
                </c:pt>
                <c:pt idx="11704" formatCode="d/m/yyyy;@">
                  <c:v>41031</c:v>
                </c:pt>
                <c:pt idx="11800" formatCode="d/m/yyyy;@">
                  <c:v>41032</c:v>
                </c:pt>
                <c:pt idx="11896" formatCode="d/m/yyyy;@">
                  <c:v>41033</c:v>
                </c:pt>
                <c:pt idx="11992" formatCode="d/m/yyyy;@">
                  <c:v>41034</c:v>
                </c:pt>
                <c:pt idx="12088" formatCode="d/m/yyyy;@">
                  <c:v>41035</c:v>
                </c:pt>
                <c:pt idx="12184" formatCode="m/d/yyyy">
                  <c:v>41036</c:v>
                </c:pt>
                <c:pt idx="12280" formatCode="m/d/yyyy">
                  <c:v>41037</c:v>
                </c:pt>
                <c:pt idx="12376" formatCode="m/d/yyyy">
                  <c:v>41038</c:v>
                </c:pt>
                <c:pt idx="12472" formatCode="m/d/yyyy">
                  <c:v>41039</c:v>
                </c:pt>
                <c:pt idx="12568" formatCode="m/d/yyyy">
                  <c:v>41040</c:v>
                </c:pt>
                <c:pt idx="12664" formatCode="m/d/yyyy">
                  <c:v>41041</c:v>
                </c:pt>
                <c:pt idx="12760" formatCode="m/d/yyyy">
                  <c:v>41042</c:v>
                </c:pt>
                <c:pt idx="12856" formatCode="m/d/yyyy">
                  <c:v>41043</c:v>
                </c:pt>
                <c:pt idx="12952" formatCode="m/d/yyyy">
                  <c:v>41044</c:v>
                </c:pt>
                <c:pt idx="13048" formatCode="m/d/yyyy">
                  <c:v>41045</c:v>
                </c:pt>
                <c:pt idx="13144" formatCode="m/d/yyyy">
                  <c:v>41046</c:v>
                </c:pt>
                <c:pt idx="13240" formatCode="m/d/yyyy">
                  <c:v>41047</c:v>
                </c:pt>
                <c:pt idx="13336" formatCode="m/d/yyyy">
                  <c:v>41048</c:v>
                </c:pt>
                <c:pt idx="13432" formatCode="m/d/yyyy">
                  <c:v>41049</c:v>
                </c:pt>
                <c:pt idx="13528" formatCode="m/d/yyyy">
                  <c:v>41050</c:v>
                </c:pt>
                <c:pt idx="13624" formatCode="m/d/yyyy">
                  <c:v>41051</c:v>
                </c:pt>
                <c:pt idx="13720" formatCode="m/d/yyyy">
                  <c:v>41052</c:v>
                </c:pt>
                <c:pt idx="13816" formatCode="m/d/yyyy">
                  <c:v>41053</c:v>
                </c:pt>
                <c:pt idx="13912" formatCode="m/d/yyyy">
                  <c:v>41054</c:v>
                </c:pt>
                <c:pt idx="14008" formatCode="m/d/yyyy">
                  <c:v>41055</c:v>
                </c:pt>
                <c:pt idx="14104" formatCode="m/d/yyyy">
                  <c:v>41056</c:v>
                </c:pt>
                <c:pt idx="14200" formatCode="m/d/yyyy">
                  <c:v>41057</c:v>
                </c:pt>
                <c:pt idx="14296" formatCode="m/d/yyyy">
                  <c:v>41058</c:v>
                </c:pt>
                <c:pt idx="14392" formatCode="m/d/yyyy">
                  <c:v>41059</c:v>
                </c:pt>
                <c:pt idx="14488" formatCode="m/d/yyyy">
                  <c:v>41060</c:v>
                </c:pt>
                <c:pt idx="14584" formatCode="m/d/yyyy">
                  <c:v>41061</c:v>
                </c:pt>
                <c:pt idx="14680" formatCode="m/d/yyyy">
                  <c:v>41062</c:v>
                </c:pt>
                <c:pt idx="14776" formatCode="m/d/yyyy">
                  <c:v>41063</c:v>
                </c:pt>
                <c:pt idx="14872" formatCode="m/d/yyyy">
                  <c:v>41064</c:v>
                </c:pt>
                <c:pt idx="14968" formatCode="m/d/yyyy">
                  <c:v>41065</c:v>
                </c:pt>
                <c:pt idx="15064" formatCode="m/d/yyyy">
                  <c:v>41066</c:v>
                </c:pt>
                <c:pt idx="15160" formatCode="m/d/yyyy">
                  <c:v>41067</c:v>
                </c:pt>
                <c:pt idx="15256" formatCode="m/d/yyyy">
                  <c:v>41068</c:v>
                </c:pt>
                <c:pt idx="15352" formatCode="m/d/yyyy">
                  <c:v>41069</c:v>
                </c:pt>
                <c:pt idx="15448" formatCode="m/d/yyyy">
                  <c:v>41070</c:v>
                </c:pt>
                <c:pt idx="15544" formatCode="m/d/yyyy">
                  <c:v>41071</c:v>
                </c:pt>
                <c:pt idx="15640" formatCode="m/d/yyyy">
                  <c:v>41072</c:v>
                </c:pt>
                <c:pt idx="15736" formatCode="m/d/yyyy">
                  <c:v>41073</c:v>
                </c:pt>
                <c:pt idx="15832" formatCode="m/d/yyyy">
                  <c:v>41074</c:v>
                </c:pt>
                <c:pt idx="15928" formatCode="m/d/yyyy">
                  <c:v>41075</c:v>
                </c:pt>
                <c:pt idx="16024" formatCode="m/d/yyyy">
                  <c:v>41076</c:v>
                </c:pt>
                <c:pt idx="16120" formatCode="m/d/yyyy">
                  <c:v>41077</c:v>
                </c:pt>
                <c:pt idx="16216" formatCode="m/d/yyyy">
                  <c:v>41078</c:v>
                </c:pt>
                <c:pt idx="16312" formatCode="m/d/yyyy">
                  <c:v>41079</c:v>
                </c:pt>
                <c:pt idx="16408" formatCode="m/d/yyyy">
                  <c:v>41080</c:v>
                </c:pt>
                <c:pt idx="16504" formatCode="m/d/yyyy">
                  <c:v>41081</c:v>
                </c:pt>
                <c:pt idx="16600" formatCode="m/d/yyyy">
                  <c:v>41082</c:v>
                </c:pt>
                <c:pt idx="16696" formatCode="m/d/yyyy">
                  <c:v>41083</c:v>
                </c:pt>
                <c:pt idx="16792" formatCode="m/d/yyyy">
                  <c:v>41084</c:v>
                </c:pt>
                <c:pt idx="16888" formatCode="m/d/yyyy">
                  <c:v>41085</c:v>
                </c:pt>
                <c:pt idx="16984" formatCode="m/d/yyyy">
                  <c:v>41086</c:v>
                </c:pt>
                <c:pt idx="17080" formatCode="m/d/yyyy">
                  <c:v>41087</c:v>
                </c:pt>
                <c:pt idx="17176" formatCode="m/d/yyyy">
                  <c:v>41088</c:v>
                </c:pt>
                <c:pt idx="17272" formatCode="m/d/yyyy">
                  <c:v>41089</c:v>
                </c:pt>
                <c:pt idx="17368" formatCode="m/d/yyyy">
                  <c:v>41090</c:v>
                </c:pt>
                <c:pt idx="17464" formatCode="m/d/yyyy">
                  <c:v>41091</c:v>
                </c:pt>
                <c:pt idx="17560" formatCode="m/d/yyyy">
                  <c:v>41092</c:v>
                </c:pt>
                <c:pt idx="17656" formatCode="m/d/yyyy">
                  <c:v>41093</c:v>
                </c:pt>
                <c:pt idx="17752" formatCode="m/d/yyyy">
                  <c:v>41094</c:v>
                </c:pt>
                <c:pt idx="17848" formatCode="m/d/yyyy">
                  <c:v>41095</c:v>
                </c:pt>
                <c:pt idx="17944" formatCode="m/d/yyyy">
                  <c:v>41096</c:v>
                </c:pt>
                <c:pt idx="18040" formatCode="m/d/yyyy">
                  <c:v>41097</c:v>
                </c:pt>
                <c:pt idx="18136" formatCode="m/d/yyyy">
                  <c:v>41098</c:v>
                </c:pt>
                <c:pt idx="18232" formatCode="m/d/yyyy">
                  <c:v>41099</c:v>
                </c:pt>
                <c:pt idx="18328" formatCode="m/d/yyyy">
                  <c:v>41100</c:v>
                </c:pt>
                <c:pt idx="18424" formatCode="m/d/yyyy">
                  <c:v>41101</c:v>
                </c:pt>
                <c:pt idx="18520" formatCode="m/d/yyyy">
                  <c:v>41102</c:v>
                </c:pt>
                <c:pt idx="18616" formatCode="m/d/yyyy">
                  <c:v>41103</c:v>
                </c:pt>
                <c:pt idx="18712" formatCode="m/d/yyyy">
                  <c:v>41104</c:v>
                </c:pt>
                <c:pt idx="18808" formatCode="m/d/yyyy">
                  <c:v>41105</c:v>
                </c:pt>
                <c:pt idx="18904" formatCode="m/d/yyyy">
                  <c:v>41106</c:v>
                </c:pt>
                <c:pt idx="19000" formatCode="m/d/yyyy">
                  <c:v>41107</c:v>
                </c:pt>
                <c:pt idx="19096" formatCode="m/d/yyyy">
                  <c:v>41108</c:v>
                </c:pt>
                <c:pt idx="19192" formatCode="m/d/yyyy">
                  <c:v>41109</c:v>
                </c:pt>
                <c:pt idx="19288" formatCode="m/d/yyyy">
                  <c:v>41110</c:v>
                </c:pt>
                <c:pt idx="19384" formatCode="m/d/yyyy">
                  <c:v>41111</c:v>
                </c:pt>
                <c:pt idx="19480" formatCode="m/d/yyyy">
                  <c:v>41112</c:v>
                </c:pt>
                <c:pt idx="19576" formatCode="m/d/yyyy">
                  <c:v>41113</c:v>
                </c:pt>
                <c:pt idx="19672" formatCode="m/d/yyyy">
                  <c:v>41114</c:v>
                </c:pt>
                <c:pt idx="19768" formatCode="m/d/yyyy">
                  <c:v>41115</c:v>
                </c:pt>
                <c:pt idx="19864" formatCode="m/d/yyyy">
                  <c:v>41116</c:v>
                </c:pt>
                <c:pt idx="19960" formatCode="m/d/yyyy">
                  <c:v>41117</c:v>
                </c:pt>
                <c:pt idx="20056" formatCode="m/d/yyyy">
                  <c:v>41118</c:v>
                </c:pt>
                <c:pt idx="20152" formatCode="m/d/yyyy">
                  <c:v>41119</c:v>
                </c:pt>
                <c:pt idx="20248" formatCode="m/d/yyyy">
                  <c:v>41120</c:v>
                </c:pt>
                <c:pt idx="20344" formatCode="m/d/yyyy">
                  <c:v>41121</c:v>
                </c:pt>
                <c:pt idx="20440" formatCode="m/d/yyyy">
                  <c:v>41122</c:v>
                </c:pt>
                <c:pt idx="20536" formatCode="m/d/yyyy">
                  <c:v>41123</c:v>
                </c:pt>
                <c:pt idx="20632" formatCode="m/d/yyyy">
                  <c:v>41124</c:v>
                </c:pt>
                <c:pt idx="20728" formatCode="m/d/yyyy">
                  <c:v>41125</c:v>
                </c:pt>
                <c:pt idx="20824" formatCode="m/d/yyyy">
                  <c:v>41126</c:v>
                </c:pt>
                <c:pt idx="20920" formatCode="m/d/yyyy">
                  <c:v>41127</c:v>
                </c:pt>
                <c:pt idx="21016" formatCode="m/d/yyyy">
                  <c:v>41128</c:v>
                </c:pt>
                <c:pt idx="21112" formatCode="m/d/yyyy">
                  <c:v>41129</c:v>
                </c:pt>
                <c:pt idx="21208" formatCode="m/d/yyyy">
                  <c:v>41130</c:v>
                </c:pt>
                <c:pt idx="21304" formatCode="m/d/yyyy">
                  <c:v>41131</c:v>
                </c:pt>
                <c:pt idx="21400" formatCode="m/d/yyyy">
                  <c:v>41132</c:v>
                </c:pt>
                <c:pt idx="21496" formatCode="m/d/yyyy">
                  <c:v>41133</c:v>
                </c:pt>
                <c:pt idx="21592" formatCode="m/d/yyyy">
                  <c:v>41134</c:v>
                </c:pt>
                <c:pt idx="21688" formatCode="m/d/yyyy">
                  <c:v>41135</c:v>
                </c:pt>
                <c:pt idx="21784" formatCode="m/d/yyyy">
                  <c:v>41136</c:v>
                </c:pt>
                <c:pt idx="21880" formatCode="m/d/yyyy">
                  <c:v>41137</c:v>
                </c:pt>
                <c:pt idx="21976" formatCode="m/d/yyyy">
                  <c:v>41138</c:v>
                </c:pt>
                <c:pt idx="22072" formatCode="m/d/yyyy">
                  <c:v>41139</c:v>
                </c:pt>
                <c:pt idx="22168" formatCode="m/d/yyyy">
                  <c:v>41140</c:v>
                </c:pt>
                <c:pt idx="22264" formatCode="m/d/yyyy">
                  <c:v>41141</c:v>
                </c:pt>
                <c:pt idx="22360" formatCode="m/d/yyyy">
                  <c:v>41142</c:v>
                </c:pt>
                <c:pt idx="22456" formatCode="m/d/yyyy">
                  <c:v>41143</c:v>
                </c:pt>
                <c:pt idx="22552" formatCode="m/d/yyyy">
                  <c:v>41144</c:v>
                </c:pt>
                <c:pt idx="22648" formatCode="m/d/yyyy">
                  <c:v>41145</c:v>
                </c:pt>
                <c:pt idx="22744" formatCode="m/d/yyyy">
                  <c:v>41146</c:v>
                </c:pt>
                <c:pt idx="22840" formatCode="m/d/yyyy">
                  <c:v>41147</c:v>
                </c:pt>
                <c:pt idx="22936" formatCode="m/d/yyyy">
                  <c:v>41148</c:v>
                </c:pt>
                <c:pt idx="23032" formatCode="m/d/yyyy">
                  <c:v>41149</c:v>
                </c:pt>
                <c:pt idx="23128" formatCode="m/d/yyyy">
                  <c:v>41150</c:v>
                </c:pt>
                <c:pt idx="23224" formatCode="m/d/yyyy">
                  <c:v>41151</c:v>
                </c:pt>
                <c:pt idx="23320" formatCode="m/d/yyyy">
                  <c:v>41152</c:v>
                </c:pt>
                <c:pt idx="23416" formatCode="m/d/yyyy">
                  <c:v>41153</c:v>
                </c:pt>
                <c:pt idx="23512" formatCode="m/d/yyyy">
                  <c:v>41154</c:v>
                </c:pt>
                <c:pt idx="23608" formatCode="m/d/yyyy">
                  <c:v>41155</c:v>
                </c:pt>
                <c:pt idx="23704" formatCode="m/d/yyyy">
                  <c:v>41156</c:v>
                </c:pt>
                <c:pt idx="23800" formatCode="m/d/yyyy">
                  <c:v>41157</c:v>
                </c:pt>
                <c:pt idx="23896" formatCode="m/d/yyyy">
                  <c:v>41158</c:v>
                </c:pt>
                <c:pt idx="23992" formatCode="m/d/yyyy">
                  <c:v>41159</c:v>
                </c:pt>
                <c:pt idx="24088" formatCode="m/d/yyyy">
                  <c:v>41160</c:v>
                </c:pt>
                <c:pt idx="24184" formatCode="m/d/yyyy">
                  <c:v>41161</c:v>
                </c:pt>
                <c:pt idx="24280" formatCode="m/d/yyyy">
                  <c:v>41162</c:v>
                </c:pt>
                <c:pt idx="24376" formatCode="m/d/yyyy">
                  <c:v>41163</c:v>
                </c:pt>
                <c:pt idx="24472" formatCode="m/d/yyyy">
                  <c:v>41164</c:v>
                </c:pt>
                <c:pt idx="24568" formatCode="m/d/yyyy">
                  <c:v>41165</c:v>
                </c:pt>
                <c:pt idx="24664" formatCode="m/d/yyyy">
                  <c:v>41166</c:v>
                </c:pt>
                <c:pt idx="24760" formatCode="m/d/yyyy">
                  <c:v>41167</c:v>
                </c:pt>
                <c:pt idx="24856" formatCode="m/d/yyyy">
                  <c:v>41168</c:v>
                </c:pt>
                <c:pt idx="24952" formatCode="m/d/yyyy">
                  <c:v>41169</c:v>
                </c:pt>
                <c:pt idx="25048" formatCode="m/d/yyyy">
                  <c:v>41170</c:v>
                </c:pt>
                <c:pt idx="25144" formatCode="m/d/yyyy">
                  <c:v>41171</c:v>
                </c:pt>
                <c:pt idx="25240" formatCode="m/d/yyyy">
                  <c:v>41172</c:v>
                </c:pt>
                <c:pt idx="25336" formatCode="m/d/yyyy">
                  <c:v>41173</c:v>
                </c:pt>
                <c:pt idx="25432" formatCode="m/d/yyyy">
                  <c:v>41174</c:v>
                </c:pt>
                <c:pt idx="25528" formatCode="m/d/yyyy">
                  <c:v>41175</c:v>
                </c:pt>
                <c:pt idx="25624" formatCode="m/d/yyyy">
                  <c:v>41176</c:v>
                </c:pt>
                <c:pt idx="25720" formatCode="m/d/yyyy">
                  <c:v>41177</c:v>
                </c:pt>
                <c:pt idx="25816" formatCode="m/d/yyyy">
                  <c:v>41178</c:v>
                </c:pt>
                <c:pt idx="25912" formatCode="m/d/yyyy">
                  <c:v>41179</c:v>
                </c:pt>
                <c:pt idx="26008" formatCode="m/d/yyyy">
                  <c:v>41180</c:v>
                </c:pt>
                <c:pt idx="26104" formatCode="m/d/yyyy">
                  <c:v>41181</c:v>
                </c:pt>
                <c:pt idx="26200" formatCode="m/d/yyyy">
                  <c:v>41182</c:v>
                </c:pt>
                <c:pt idx="26296" formatCode="m/d/yyyy">
                  <c:v>41183</c:v>
                </c:pt>
                <c:pt idx="26392" formatCode="m/d/yyyy">
                  <c:v>41184</c:v>
                </c:pt>
                <c:pt idx="26488" formatCode="m/d/yyyy">
                  <c:v>41185</c:v>
                </c:pt>
                <c:pt idx="26584" formatCode="m/d/yyyy">
                  <c:v>41186</c:v>
                </c:pt>
                <c:pt idx="26680" formatCode="m/d/yyyy">
                  <c:v>41187</c:v>
                </c:pt>
                <c:pt idx="26776" formatCode="m/d/yyyy">
                  <c:v>41188</c:v>
                </c:pt>
                <c:pt idx="26872" formatCode="m/d/yyyy">
                  <c:v>41189</c:v>
                </c:pt>
                <c:pt idx="26968" formatCode="m/d/yyyy">
                  <c:v>41190</c:v>
                </c:pt>
                <c:pt idx="27064" formatCode="m/d/yyyy">
                  <c:v>41191</c:v>
                </c:pt>
                <c:pt idx="27160" formatCode="m/d/yyyy">
                  <c:v>41192</c:v>
                </c:pt>
                <c:pt idx="27256" formatCode="m/d/yyyy">
                  <c:v>41193</c:v>
                </c:pt>
                <c:pt idx="27352" formatCode="m/d/yyyy">
                  <c:v>41194</c:v>
                </c:pt>
                <c:pt idx="27448" formatCode="m/d/yyyy">
                  <c:v>41195</c:v>
                </c:pt>
                <c:pt idx="27544" formatCode="m/d/yyyy">
                  <c:v>41196</c:v>
                </c:pt>
                <c:pt idx="27640" formatCode="m/d/yyyy">
                  <c:v>41197</c:v>
                </c:pt>
                <c:pt idx="27736" formatCode="m/d/yyyy">
                  <c:v>41198</c:v>
                </c:pt>
                <c:pt idx="27832" formatCode="m/d/yyyy">
                  <c:v>41199</c:v>
                </c:pt>
                <c:pt idx="27928" formatCode="m/d/yyyy">
                  <c:v>41200</c:v>
                </c:pt>
                <c:pt idx="28024" formatCode="m/d/yyyy">
                  <c:v>41201</c:v>
                </c:pt>
                <c:pt idx="28120" formatCode="m/d/yyyy">
                  <c:v>41202</c:v>
                </c:pt>
                <c:pt idx="28216" formatCode="m/d/yyyy">
                  <c:v>41203</c:v>
                </c:pt>
                <c:pt idx="28312" formatCode="m/d/yyyy">
                  <c:v>41204</c:v>
                </c:pt>
                <c:pt idx="28408" formatCode="m/d/yyyy">
                  <c:v>41205</c:v>
                </c:pt>
                <c:pt idx="28504" formatCode="m/d/yyyy">
                  <c:v>41206</c:v>
                </c:pt>
                <c:pt idx="28600" formatCode="m/d/yyyy">
                  <c:v>41207</c:v>
                </c:pt>
                <c:pt idx="28696" formatCode="m/d/yyyy">
                  <c:v>41208</c:v>
                </c:pt>
                <c:pt idx="28792" formatCode="m/d/yyyy">
                  <c:v>41209</c:v>
                </c:pt>
                <c:pt idx="28888" formatCode="m/d/yyyy">
                  <c:v>41210</c:v>
                </c:pt>
                <c:pt idx="28984" formatCode="m/d/yyyy">
                  <c:v>41211</c:v>
                </c:pt>
                <c:pt idx="29080" formatCode="m/d/yyyy">
                  <c:v>41212</c:v>
                </c:pt>
                <c:pt idx="29176" formatCode="m/d/yyyy">
                  <c:v>41213</c:v>
                </c:pt>
                <c:pt idx="29272" formatCode="m/d/yyyy">
                  <c:v>41214</c:v>
                </c:pt>
                <c:pt idx="29368" formatCode="m/d/yyyy">
                  <c:v>41215</c:v>
                </c:pt>
                <c:pt idx="29464" formatCode="m/d/yyyy">
                  <c:v>41216</c:v>
                </c:pt>
                <c:pt idx="29560" formatCode="m/d/yyyy">
                  <c:v>41217</c:v>
                </c:pt>
                <c:pt idx="29656" formatCode="m/d/yyyy">
                  <c:v>41218</c:v>
                </c:pt>
                <c:pt idx="29752" formatCode="m/d/yyyy">
                  <c:v>41219</c:v>
                </c:pt>
                <c:pt idx="29848" formatCode="m/d/yyyy">
                  <c:v>41220</c:v>
                </c:pt>
                <c:pt idx="29944" formatCode="m/d/yyyy">
                  <c:v>41221</c:v>
                </c:pt>
                <c:pt idx="30040" formatCode="m/d/yyyy">
                  <c:v>41222</c:v>
                </c:pt>
                <c:pt idx="30136" formatCode="m/d/yyyy">
                  <c:v>41223</c:v>
                </c:pt>
                <c:pt idx="30232" formatCode="m/d/yyyy">
                  <c:v>41224</c:v>
                </c:pt>
                <c:pt idx="30328" formatCode="m/d/yyyy">
                  <c:v>41225</c:v>
                </c:pt>
                <c:pt idx="30424" formatCode="m/d/yyyy">
                  <c:v>41226</c:v>
                </c:pt>
                <c:pt idx="30520" formatCode="m/d/yyyy">
                  <c:v>41227</c:v>
                </c:pt>
                <c:pt idx="30616" formatCode="m/d/yyyy">
                  <c:v>41228</c:v>
                </c:pt>
                <c:pt idx="30712" formatCode="m/d/yyyy">
                  <c:v>41229</c:v>
                </c:pt>
                <c:pt idx="30808" formatCode="m/d/yyyy">
                  <c:v>41230</c:v>
                </c:pt>
                <c:pt idx="30904" formatCode="m/d/yyyy">
                  <c:v>41231</c:v>
                </c:pt>
                <c:pt idx="31000" formatCode="m/d/yyyy">
                  <c:v>41232</c:v>
                </c:pt>
                <c:pt idx="31096" formatCode="m/d/yyyy">
                  <c:v>41233</c:v>
                </c:pt>
                <c:pt idx="31192" formatCode="m/d/yyyy">
                  <c:v>41234</c:v>
                </c:pt>
                <c:pt idx="31288" formatCode="m/d/yyyy">
                  <c:v>41235</c:v>
                </c:pt>
                <c:pt idx="31384" formatCode="m/d/yyyy">
                  <c:v>41236</c:v>
                </c:pt>
                <c:pt idx="31480" formatCode="m/d/yyyy">
                  <c:v>41237</c:v>
                </c:pt>
                <c:pt idx="31576" formatCode="m/d/yyyy">
                  <c:v>41238</c:v>
                </c:pt>
                <c:pt idx="31672" formatCode="m/d/yyyy">
                  <c:v>41239</c:v>
                </c:pt>
                <c:pt idx="31768" formatCode="m/d/yyyy">
                  <c:v>41240</c:v>
                </c:pt>
                <c:pt idx="31864" formatCode="m/d/yyyy">
                  <c:v>41241</c:v>
                </c:pt>
                <c:pt idx="31960" formatCode="m/d/yyyy">
                  <c:v>41242</c:v>
                </c:pt>
                <c:pt idx="32056" formatCode="m/d/yyyy">
                  <c:v>41243</c:v>
                </c:pt>
                <c:pt idx="32152" formatCode="m/d/yyyy">
                  <c:v>41244</c:v>
                </c:pt>
                <c:pt idx="32248" formatCode="m/d/yyyy">
                  <c:v>41245</c:v>
                </c:pt>
                <c:pt idx="32344" formatCode="m/d/yyyy">
                  <c:v>41246</c:v>
                </c:pt>
                <c:pt idx="32440" formatCode="m/d/yyyy">
                  <c:v>41247</c:v>
                </c:pt>
                <c:pt idx="32536" formatCode="m/d/yyyy">
                  <c:v>41248</c:v>
                </c:pt>
                <c:pt idx="32632" formatCode="m/d/yyyy">
                  <c:v>41249</c:v>
                </c:pt>
                <c:pt idx="32728" formatCode="m/d/yyyy">
                  <c:v>41250</c:v>
                </c:pt>
                <c:pt idx="32824" formatCode="m/d/yyyy">
                  <c:v>41251</c:v>
                </c:pt>
                <c:pt idx="32920" formatCode="m/d/yyyy">
                  <c:v>41252</c:v>
                </c:pt>
                <c:pt idx="33016" formatCode="m/d/yyyy">
                  <c:v>41253</c:v>
                </c:pt>
                <c:pt idx="33112" formatCode="m/d/yyyy">
                  <c:v>41254</c:v>
                </c:pt>
                <c:pt idx="33208" formatCode="m/d/yyyy">
                  <c:v>41255</c:v>
                </c:pt>
                <c:pt idx="33304" formatCode="m/d/yyyy">
                  <c:v>41256</c:v>
                </c:pt>
                <c:pt idx="33400" formatCode="m/d/yyyy">
                  <c:v>41257</c:v>
                </c:pt>
                <c:pt idx="33496" formatCode="m/d/yyyy">
                  <c:v>41258</c:v>
                </c:pt>
                <c:pt idx="33592" formatCode="m/d/yyyy">
                  <c:v>41259</c:v>
                </c:pt>
                <c:pt idx="33688" formatCode="m/d/yyyy">
                  <c:v>41260</c:v>
                </c:pt>
                <c:pt idx="33784" formatCode="m/d/yyyy">
                  <c:v>41261</c:v>
                </c:pt>
                <c:pt idx="33880" formatCode="m/d/yyyy">
                  <c:v>41262</c:v>
                </c:pt>
                <c:pt idx="33976" formatCode="m/d/yyyy">
                  <c:v>41263</c:v>
                </c:pt>
                <c:pt idx="34072" formatCode="m/d/yyyy">
                  <c:v>41264</c:v>
                </c:pt>
                <c:pt idx="34168" formatCode="m/d/yyyy">
                  <c:v>41265</c:v>
                </c:pt>
                <c:pt idx="34264" formatCode="m/d/yyyy">
                  <c:v>41266</c:v>
                </c:pt>
                <c:pt idx="34360" formatCode="m/d/yyyy">
                  <c:v>41267</c:v>
                </c:pt>
                <c:pt idx="34456" formatCode="m/d/yyyy">
                  <c:v>41268</c:v>
                </c:pt>
                <c:pt idx="34552" formatCode="m/d/yyyy">
                  <c:v>41269</c:v>
                </c:pt>
                <c:pt idx="34648" formatCode="m/d/yyyy">
                  <c:v>41270</c:v>
                </c:pt>
                <c:pt idx="34744" formatCode="m/d/yyyy">
                  <c:v>41271</c:v>
                </c:pt>
                <c:pt idx="34840" formatCode="m/d/yyyy">
                  <c:v>41272</c:v>
                </c:pt>
                <c:pt idx="34936" formatCode="m/d/yyyy">
                  <c:v>41273</c:v>
                </c:pt>
                <c:pt idx="35032" formatCode="m/d/yyyy">
                  <c:v>41274</c:v>
                </c:pt>
              </c:numCache>
            </c:numRef>
          </c:cat>
          <c:val>
            <c:numRef>
              <c:f>Data2012!$B$5:$B$35045</c:f>
              <c:numCache>
                <c:formatCode>General</c:formatCode>
                <c:ptCount val="35033"/>
                <c:pt idx="0" formatCode="0">
                  <c:v>498.18934377062516</c:v>
                </c:pt>
                <c:pt idx="96" formatCode="0">
                  <c:v>541.49259090427097</c:v>
                </c:pt>
                <c:pt idx="192" formatCode="0">
                  <c:v>562.43518924729165</c:v>
                </c:pt>
                <c:pt idx="288" formatCode="0">
                  <c:v>561.60162162750009</c:v>
                </c:pt>
                <c:pt idx="384" formatCode="0">
                  <c:v>576.00947888656299</c:v>
                </c:pt>
                <c:pt idx="480" formatCode="0">
                  <c:v>491.6615330377083</c:v>
                </c:pt>
                <c:pt idx="576" formatCode="0">
                  <c:v>521.15735371885398</c:v>
                </c:pt>
                <c:pt idx="672" formatCode="0">
                  <c:v>510.61788495354182</c:v>
                </c:pt>
                <c:pt idx="768" formatCode="0">
                  <c:v>574.9284146626045</c:v>
                </c:pt>
                <c:pt idx="864" formatCode="0">
                  <c:v>578.54925696062548</c:v>
                </c:pt>
                <c:pt idx="960" formatCode="0">
                  <c:v>588.6790841422918</c:v>
                </c:pt>
                <c:pt idx="1056" formatCode="0">
                  <c:v>614.28542073593769</c:v>
                </c:pt>
                <c:pt idx="1152" formatCode="0">
                  <c:v>600.78758875541644</c:v>
                </c:pt>
                <c:pt idx="1248" formatCode="0">
                  <c:v>542.1554479601042</c:v>
                </c:pt>
                <c:pt idx="1344" formatCode="0">
                  <c:v>528.12356694531252</c:v>
                </c:pt>
                <c:pt idx="1440" formatCode="0">
                  <c:v>603.6016581853122</c:v>
                </c:pt>
                <c:pt idx="1536" formatCode="0">
                  <c:v>617.27061271697903</c:v>
                </c:pt>
                <c:pt idx="1632" formatCode="0">
                  <c:v>620.63161722812515</c:v>
                </c:pt>
                <c:pt idx="1728" formatCode="0">
                  <c:v>633.61470858260441</c:v>
                </c:pt>
                <c:pt idx="1824" formatCode="0">
                  <c:v>641.63769944489582</c:v>
                </c:pt>
                <c:pt idx="1920" formatCode="0">
                  <c:v>624.2618920007294</c:v>
                </c:pt>
                <c:pt idx="2016" formatCode="0">
                  <c:v>584.45501391062498</c:v>
                </c:pt>
                <c:pt idx="2112" formatCode="0">
                  <c:v>614.65932909677042</c:v>
                </c:pt>
                <c:pt idx="2208" formatCode="0">
                  <c:v>622.7821448640625</c:v>
                </c:pt>
                <c:pt idx="2304" formatCode="0">
                  <c:v>617.23057969406284</c:v>
                </c:pt>
                <c:pt idx="2400" formatCode="0">
                  <c:v>615.06382687895837</c:v>
                </c:pt>
                <c:pt idx="2496" formatCode="0">
                  <c:v>618.7837905886463</c:v>
                </c:pt>
                <c:pt idx="2592" formatCode="0">
                  <c:v>558.9343875245836</c:v>
                </c:pt>
                <c:pt idx="2688" formatCode="0">
                  <c:v>541.881904601771</c:v>
                </c:pt>
                <c:pt idx="2784" formatCode="0">
                  <c:v>637.5166905716668</c:v>
                </c:pt>
                <c:pt idx="2880" formatCode="0">
                  <c:v>614.76679007229154</c:v>
                </c:pt>
                <c:pt idx="2976" formatCode="0">
                  <c:v>626.33972009072909</c:v>
                </c:pt>
                <c:pt idx="3072" formatCode="0">
                  <c:v>623.10045655583349</c:v>
                </c:pt>
                <c:pt idx="3168" formatCode="0">
                  <c:v>592.36081250510438</c:v>
                </c:pt>
                <c:pt idx="3264" formatCode="0">
                  <c:v>519.94984404249999</c:v>
                </c:pt>
                <c:pt idx="3360" formatCode="0">
                  <c:v>475.44198608406265</c:v>
                </c:pt>
                <c:pt idx="3456" formatCode="0">
                  <c:v>579.53689511635423</c:v>
                </c:pt>
                <c:pt idx="3552" formatCode="0">
                  <c:v>596.30095227593768</c:v>
                </c:pt>
                <c:pt idx="3648" formatCode="0">
                  <c:v>585.49333635937512</c:v>
                </c:pt>
                <c:pt idx="3744" formatCode="0">
                  <c:v>592.512180010208</c:v>
                </c:pt>
                <c:pt idx="3840" formatCode="0">
                  <c:v>570.67938454979276</c:v>
                </c:pt>
                <c:pt idx="3936" formatCode="0">
                  <c:v>518.11155382812501</c:v>
                </c:pt>
                <c:pt idx="4032" formatCode="0">
                  <c:v>486.33378028916678</c:v>
                </c:pt>
                <c:pt idx="4128" formatCode="0">
                  <c:v>547.07707023604189</c:v>
                </c:pt>
                <c:pt idx="4224" formatCode="0">
                  <c:v>571.44525305499997</c:v>
                </c:pt>
                <c:pt idx="4320" formatCode="0">
                  <c:v>558.20256869010439</c:v>
                </c:pt>
                <c:pt idx="4416" formatCode="0">
                  <c:v>554.09347184489638</c:v>
                </c:pt>
                <c:pt idx="4512" formatCode="0">
                  <c:v>581.2428649261459</c:v>
                </c:pt>
                <c:pt idx="4608" formatCode="0">
                  <c:v>548.83511765822902</c:v>
                </c:pt>
                <c:pt idx="4704" formatCode="0">
                  <c:v>520.21043300625035</c:v>
                </c:pt>
                <c:pt idx="4800" formatCode="0">
                  <c:v>594.77135276812544</c:v>
                </c:pt>
                <c:pt idx="4896" formatCode="0">
                  <c:v>589.23981698385421</c:v>
                </c:pt>
                <c:pt idx="4992" formatCode="0">
                  <c:v>597.49485969572879</c:v>
                </c:pt>
                <c:pt idx="5088" formatCode="0">
                  <c:v>570.86376508124988</c:v>
                </c:pt>
                <c:pt idx="5184" formatCode="0">
                  <c:v>546.81507905333331</c:v>
                </c:pt>
                <c:pt idx="5280" formatCode="0">
                  <c:v>486.15130074822923</c:v>
                </c:pt>
                <c:pt idx="5376" formatCode="0">
                  <c:v>443.20169544208318</c:v>
                </c:pt>
                <c:pt idx="5472" formatCode="0">
                  <c:v>462.33250490802078</c:v>
                </c:pt>
                <c:pt idx="5568" formatCode="0">
                  <c:v>573.15997473406253</c:v>
                </c:pt>
                <c:pt idx="5664" formatCode="0">
                  <c:v>616.73906040177087</c:v>
                </c:pt>
                <c:pt idx="5760" formatCode="0">
                  <c:v>616.97435188250006</c:v>
                </c:pt>
                <c:pt idx="5856" formatCode="0">
                  <c:v>588.93545405062503</c:v>
                </c:pt>
                <c:pt idx="5952" formatCode="0">
                  <c:v>520.50578117375039</c:v>
                </c:pt>
                <c:pt idx="6048" formatCode="0">
                  <c:v>476.3405087785415</c:v>
                </c:pt>
                <c:pt idx="6144" formatCode="0">
                  <c:v>542.9186124804163</c:v>
                </c:pt>
                <c:pt idx="6240" formatCode="0">
                  <c:v>566.36173820520821</c:v>
                </c:pt>
                <c:pt idx="6336" formatCode="0">
                  <c:v>530.99351151760436</c:v>
                </c:pt>
                <c:pt idx="6432" formatCode="0">
                  <c:v>514.80591106354188</c:v>
                </c:pt>
                <c:pt idx="6528" formatCode="0">
                  <c:v>481.16522884343755</c:v>
                </c:pt>
                <c:pt idx="6624" formatCode="0">
                  <c:v>425.16414324416672</c:v>
                </c:pt>
                <c:pt idx="6720" formatCode="0">
                  <c:v>413.50952911427095</c:v>
                </c:pt>
                <c:pt idx="6816" formatCode="0">
                  <c:v>476.55270163270842</c:v>
                </c:pt>
                <c:pt idx="6912" formatCode="0">
                  <c:v>481.96131833427063</c:v>
                </c:pt>
                <c:pt idx="7008" formatCode="0">
                  <c:v>492.14078934989578</c:v>
                </c:pt>
                <c:pt idx="7104" formatCode="0">
                  <c:v>493.61714649208329</c:v>
                </c:pt>
                <c:pt idx="7200" formatCode="0">
                  <c:v>530.21014817552089</c:v>
                </c:pt>
                <c:pt idx="7296" formatCode="0">
                  <c:v>484.52204958677083</c:v>
                </c:pt>
                <c:pt idx="7392" formatCode="0">
                  <c:v>438.92883872958316</c:v>
                </c:pt>
                <c:pt idx="7488" formatCode="0">
                  <c:v>492.8562437690623</c:v>
                </c:pt>
                <c:pt idx="7584" formatCode="0">
                  <c:v>479.60445054375026</c:v>
                </c:pt>
                <c:pt idx="7680" formatCode="0">
                  <c:v>460.04385058052088</c:v>
                </c:pt>
                <c:pt idx="7776" formatCode="0">
                  <c:v>458.20079994177098</c:v>
                </c:pt>
                <c:pt idx="7872" formatCode="0">
                  <c:v>457.19510618791656</c:v>
                </c:pt>
                <c:pt idx="7968" formatCode="0">
                  <c:v>420.09268633562505</c:v>
                </c:pt>
                <c:pt idx="8064" formatCode="0">
                  <c:v>380.63934525152183</c:v>
                </c:pt>
                <c:pt idx="8156" formatCode="0">
                  <c:v>447.84976259854153</c:v>
                </c:pt>
                <c:pt idx="8248" formatCode="0">
                  <c:v>453.1344350181252</c:v>
                </c:pt>
                <c:pt idx="8344" formatCode="0">
                  <c:v>454.02677472385426</c:v>
                </c:pt>
                <c:pt idx="8440" formatCode="0">
                  <c:v>472.8061803178125</c:v>
                </c:pt>
                <c:pt idx="8536" formatCode="0">
                  <c:v>465.14626185083364</c:v>
                </c:pt>
                <c:pt idx="8632" formatCode="0">
                  <c:v>428.27607250177061</c:v>
                </c:pt>
                <c:pt idx="8728" formatCode="0">
                  <c:v>417.97246805781231</c:v>
                </c:pt>
                <c:pt idx="8824" formatCode="0">
                  <c:v>460.72926330541674</c:v>
                </c:pt>
                <c:pt idx="8920" formatCode="0">
                  <c:v>451.81110572843738</c:v>
                </c:pt>
                <c:pt idx="9016" formatCode="0">
                  <c:v>366.74361499083346</c:v>
                </c:pt>
                <c:pt idx="9112" formatCode="0">
                  <c:v>450.65818087333395</c:v>
                </c:pt>
                <c:pt idx="9208" formatCode="0">
                  <c:v>440.17566553749981</c:v>
                </c:pt>
                <c:pt idx="9304" formatCode="0">
                  <c:v>411.94255256687495</c:v>
                </c:pt>
                <c:pt idx="9400" formatCode="0">
                  <c:v>380.07292970041652</c:v>
                </c:pt>
                <c:pt idx="9496" formatCode="0">
                  <c:v>444.44475078593752</c:v>
                </c:pt>
                <c:pt idx="9592" formatCode="0">
                  <c:v>460.91833178249982</c:v>
                </c:pt>
                <c:pt idx="9688" formatCode="0">
                  <c:v>461.06706078812505</c:v>
                </c:pt>
                <c:pt idx="9784" formatCode="0">
                  <c:v>445.07568200489612</c:v>
                </c:pt>
                <c:pt idx="9880" formatCode="0">
                  <c:v>407.6256491347919</c:v>
                </c:pt>
                <c:pt idx="9976" formatCode="0">
                  <c:v>423.28237692541649</c:v>
                </c:pt>
                <c:pt idx="10072" formatCode="0">
                  <c:v>360.4140888848961</c:v>
                </c:pt>
                <c:pt idx="10168" formatCode="0">
                  <c:v>362.47439765937486</c:v>
                </c:pt>
                <c:pt idx="10264" formatCode="0">
                  <c:v>399.71614805812453</c:v>
                </c:pt>
                <c:pt idx="10360" formatCode="0">
                  <c:v>446.48593235052078</c:v>
                </c:pt>
                <c:pt idx="10456" formatCode="0">
                  <c:v>438.78872458114569</c:v>
                </c:pt>
                <c:pt idx="10552" formatCode="0">
                  <c:v>443.4328422546875</c:v>
                </c:pt>
                <c:pt idx="10648" formatCode="0">
                  <c:v>407.97792593604174</c:v>
                </c:pt>
                <c:pt idx="10744" formatCode="0">
                  <c:v>375.49426174145827</c:v>
                </c:pt>
                <c:pt idx="10840" formatCode="0">
                  <c:v>432.97788937947911</c:v>
                </c:pt>
                <c:pt idx="10936" formatCode="0">
                  <c:v>438.50712617322921</c:v>
                </c:pt>
                <c:pt idx="11032" formatCode="0">
                  <c:v>435.19701449156253</c:v>
                </c:pt>
                <c:pt idx="11128" formatCode="0">
                  <c:v>444.66704718208371</c:v>
                </c:pt>
                <c:pt idx="11224" formatCode="0">
                  <c:v>445.50486342072924</c:v>
                </c:pt>
                <c:pt idx="11320" formatCode="0">
                  <c:v>417.15274270385436</c:v>
                </c:pt>
                <c:pt idx="11416" formatCode="0">
                  <c:v>388.83780288729162</c:v>
                </c:pt>
                <c:pt idx="11512" formatCode="0">
                  <c:v>461.56900755562509</c:v>
                </c:pt>
                <c:pt idx="11608" formatCode="0">
                  <c:v>411.63419850666673</c:v>
                </c:pt>
                <c:pt idx="11704" formatCode="0">
                  <c:v>475.96989282000021</c:v>
                </c:pt>
                <c:pt idx="11800" formatCode="0">
                  <c:v>465.05317942343743</c:v>
                </c:pt>
                <c:pt idx="11896" formatCode="0">
                  <c:v>456.42933019010405</c:v>
                </c:pt>
                <c:pt idx="11992" formatCode="0">
                  <c:v>412.9648879370834</c:v>
                </c:pt>
                <c:pt idx="12088" formatCode="0">
                  <c:v>383.64333788583355</c:v>
                </c:pt>
                <c:pt idx="12184" formatCode="0">
                  <c:v>460.46104590052084</c:v>
                </c:pt>
                <c:pt idx="12280" formatCode="0">
                  <c:v>475.51405270885397</c:v>
                </c:pt>
                <c:pt idx="12376" formatCode="0">
                  <c:v>479.22082519552094</c:v>
                </c:pt>
                <c:pt idx="12472" formatCode="0">
                  <c:v>491.29356797520813</c:v>
                </c:pt>
                <c:pt idx="12568" formatCode="0">
                  <c:v>492.09244823427093</c:v>
                </c:pt>
                <c:pt idx="12664" formatCode="0">
                  <c:v>446.38099892916688</c:v>
                </c:pt>
                <c:pt idx="12760" formatCode="0">
                  <c:v>411.37458388010401</c:v>
                </c:pt>
                <c:pt idx="12856" formatCode="0">
                  <c:v>476.68011474635398</c:v>
                </c:pt>
                <c:pt idx="12952" formatCode="0">
                  <c:v>479.56252892812523</c:v>
                </c:pt>
                <c:pt idx="13048" formatCode="0">
                  <c:v>471.88988653822935</c:v>
                </c:pt>
                <c:pt idx="13144" formatCode="0">
                  <c:v>479.2287645338543</c:v>
                </c:pt>
                <c:pt idx="13240" formatCode="0">
                  <c:v>473.69072914135427</c:v>
                </c:pt>
                <c:pt idx="13336" formatCode="0">
                  <c:v>435.58207225833354</c:v>
                </c:pt>
                <c:pt idx="13432" formatCode="0">
                  <c:v>399.14219029697921</c:v>
                </c:pt>
                <c:pt idx="13528" formatCode="0">
                  <c:v>468.57968457531274</c:v>
                </c:pt>
                <c:pt idx="13624" formatCode="0">
                  <c:v>483.09852822604131</c:v>
                </c:pt>
                <c:pt idx="13720" formatCode="0">
                  <c:v>483.26980876937495</c:v>
                </c:pt>
                <c:pt idx="13816" formatCode="0">
                  <c:v>486.08375867187476</c:v>
                </c:pt>
                <c:pt idx="13912" formatCode="0">
                  <c:v>483.81418100968745</c:v>
                </c:pt>
                <c:pt idx="14008" formatCode="0">
                  <c:v>439.6923758190627</c:v>
                </c:pt>
                <c:pt idx="14104" formatCode="0">
                  <c:v>414.28370507531253</c:v>
                </c:pt>
                <c:pt idx="14200" formatCode="0">
                  <c:v>488.51298968010428</c:v>
                </c:pt>
                <c:pt idx="14296" formatCode="0">
                  <c:v>502.81547292114595</c:v>
                </c:pt>
                <c:pt idx="14392" formatCode="0">
                  <c:v>494.99882316593761</c:v>
                </c:pt>
                <c:pt idx="14488" formatCode="0">
                  <c:v>500.1430400212501</c:v>
                </c:pt>
                <c:pt idx="14584" formatCode="0">
                  <c:v>488.06951141406279</c:v>
                </c:pt>
                <c:pt idx="14680" formatCode="0">
                  <c:v>458.97166951510411</c:v>
                </c:pt>
                <c:pt idx="14776" formatCode="0">
                  <c:v>423.71623134635405</c:v>
                </c:pt>
                <c:pt idx="14872" formatCode="0">
                  <c:v>430.02324199656249</c:v>
                </c:pt>
                <c:pt idx="14968" formatCode="0">
                  <c:v>508.93194134999959</c:v>
                </c:pt>
                <c:pt idx="15064" formatCode="0">
                  <c:v>515.24292055729222</c:v>
                </c:pt>
                <c:pt idx="15160" formatCode="0">
                  <c:v>521.17099793760462</c:v>
                </c:pt>
                <c:pt idx="15256" formatCode="0">
                  <c:v>533.7226966219788</c:v>
                </c:pt>
                <c:pt idx="15352" formatCode="0">
                  <c:v>498.58461920427055</c:v>
                </c:pt>
                <c:pt idx="15448" formatCode="0">
                  <c:v>476.08117834729143</c:v>
                </c:pt>
                <c:pt idx="15544" formatCode="0">
                  <c:v>578.567473729271</c:v>
                </c:pt>
                <c:pt idx="15640" formatCode="0">
                  <c:v>578.54495302822943</c:v>
                </c:pt>
                <c:pt idx="15736" formatCode="0">
                  <c:v>584.79714552593725</c:v>
                </c:pt>
                <c:pt idx="15832" formatCode="0">
                  <c:v>609.49143695906264</c:v>
                </c:pt>
                <c:pt idx="15928" formatCode="0">
                  <c:v>635.25867811864612</c:v>
                </c:pt>
                <c:pt idx="16024" formatCode="0">
                  <c:v>599.4964853922919</c:v>
                </c:pt>
                <c:pt idx="16120" formatCode="0">
                  <c:v>556.06395530635405</c:v>
                </c:pt>
                <c:pt idx="16216" formatCode="0">
                  <c:v>678.92233371729174</c:v>
                </c:pt>
                <c:pt idx="16312" formatCode="0">
                  <c:v>681.98399798072967</c:v>
                </c:pt>
                <c:pt idx="16408" formatCode="0">
                  <c:v>665.32124614729139</c:v>
                </c:pt>
                <c:pt idx="16504" formatCode="0">
                  <c:v>665.97236251812524</c:v>
                </c:pt>
                <c:pt idx="16600" formatCode="0">
                  <c:v>627.06713517499975</c:v>
                </c:pt>
                <c:pt idx="16696" formatCode="0">
                  <c:v>573.99202346843742</c:v>
                </c:pt>
                <c:pt idx="16792" formatCode="0">
                  <c:v>532.91877174364652</c:v>
                </c:pt>
                <c:pt idx="16888" formatCode="0">
                  <c:v>664.07290585843782</c:v>
                </c:pt>
                <c:pt idx="16984" formatCode="0">
                  <c:v>684.517636298958</c:v>
                </c:pt>
                <c:pt idx="17080" formatCode="0">
                  <c:v>675.62929598499977</c:v>
                </c:pt>
                <c:pt idx="17176" formatCode="0">
                  <c:v>684.65376122791702</c:v>
                </c:pt>
                <c:pt idx="17272" formatCode="0">
                  <c:v>687.12344042458324</c:v>
                </c:pt>
                <c:pt idx="17368" formatCode="0">
                  <c:v>612.30091985093702</c:v>
                </c:pt>
                <c:pt idx="17464" formatCode="0">
                  <c:v>558.97887961114645</c:v>
                </c:pt>
                <c:pt idx="17560" formatCode="0">
                  <c:v>655.4494695663542</c:v>
                </c:pt>
                <c:pt idx="17656" formatCode="0">
                  <c:v>626.89794158947927</c:v>
                </c:pt>
                <c:pt idx="17752" formatCode="0">
                  <c:v>624.70408789375017</c:v>
                </c:pt>
                <c:pt idx="17848" formatCode="0">
                  <c:v>653.73596127843746</c:v>
                </c:pt>
                <c:pt idx="17944" formatCode="0">
                  <c:v>679.62603378312463</c:v>
                </c:pt>
                <c:pt idx="18040" formatCode="0">
                  <c:v>627.73526541406238</c:v>
                </c:pt>
                <c:pt idx="18136" formatCode="0">
                  <c:v>585.57314872749998</c:v>
                </c:pt>
                <c:pt idx="18232" formatCode="0">
                  <c:v>698.2855981195836</c:v>
                </c:pt>
                <c:pt idx="18328" formatCode="0">
                  <c:v>707.10145219249955</c:v>
                </c:pt>
                <c:pt idx="18424" formatCode="0">
                  <c:v>704.46769777927045</c:v>
                </c:pt>
                <c:pt idx="18520" formatCode="0">
                  <c:v>724.19185892750022</c:v>
                </c:pt>
                <c:pt idx="18616" formatCode="0">
                  <c:v>734.56199328093726</c:v>
                </c:pt>
                <c:pt idx="18712" formatCode="0">
                  <c:v>681.08129342427117</c:v>
                </c:pt>
                <c:pt idx="18808" formatCode="0">
                  <c:v>653.622299830104</c:v>
                </c:pt>
                <c:pt idx="18904" formatCode="0">
                  <c:v>787.28062820458342</c:v>
                </c:pt>
                <c:pt idx="19000" formatCode="0">
                  <c:v>794.07649485260401</c:v>
                </c:pt>
                <c:pt idx="19096" formatCode="0">
                  <c:v>800.098923364896</c:v>
                </c:pt>
                <c:pt idx="19192" formatCode="0">
                  <c:v>816.91894849114612</c:v>
                </c:pt>
                <c:pt idx="19288" formatCode="0">
                  <c:v>806.9913043977084</c:v>
                </c:pt>
                <c:pt idx="19384" formatCode="0">
                  <c:v>695.9136511490625</c:v>
                </c:pt>
                <c:pt idx="19480" formatCode="0">
                  <c:v>619.2800070451043</c:v>
                </c:pt>
                <c:pt idx="19576" formatCode="0">
                  <c:v>730.35751088447819</c:v>
                </c:pt>
                <c:pt idx="19672" formatCode="0">
                  <c:v>742.30371856708371</c:v>
                </c:pt>
                <c:pt idx="19768" formatCode="0">
                  <c:v>753.88779131593719</c:v>
                </c:pt>
                <c:pt idx="19864" formatCode="0">
                  <c:v>790.58627192218773</c:v>
                </c:pt>
                <c:pt idx="19960" formatCode="0">
                  <c:v>785.28543217947981</c:v>
                </c:pt>
                <c:pt idx="20056" formatCode="0">
                  <c:v>691.96123695343738</c:v>
                </c:pt>
                <c:pt idx="20152" formatCode="0">
                  <c:v>634.71962293010461</c:v>
                </c:pt>
                <c:pt idx="20248" formatCode="0">
                  <c:v>751.93130874604185</c:v>
                </c:pt>
                <c:pt idx="20344" formatCode="0">
                  <c:v>764.29249572729157</c:v>
                </c:pt>
                <c:pt idx="20440" formatCode="0">
                  <c:v>733.20405133604174</c:v>
                </c:pt>
                <c:pt idx="20536" formatCode="0">
                  <c:v>721.45661417645817</c:v>
                </c:pt>
                <c:pt idx="20632" formatCode="0">
                  <c:v>698.85484441083349</c:v>
                </c:pt>
                <c:pt idx="20728" formatCode="0">
                  <c:v>622.77023824083369</c:v>
                </c:pt>
                <c:pt idx="20824" formatCode="0">
                  <c:v>599.16092967999941</c:v>
                </c:pt>
                <c:pt idx="20920" formatCode="0">
                  <c:v>736.10080591843769</c:v>
                </c:pt>
                <c:pt idx="21016" formatCode="0">
                  <c:v>749.90653419499938</c:v>
                </c:pt>
                <c:pt idx="21112" formatCode="0">
                  <c:v>738.75471242218782</c:v>
                </c:pt>
                <c:pt idx="21208" formatCode="0">
                  <c:v>751.00377019239602</c:v>
                </c:pt>
                <c:pt idx="21304" formatCode="0">
                  <c:v>752.7397537234375</c:v>
                </c:pt>
                <c:pt idx="21400" formatCode="0">
                  <c:v>686.57218233760454</c:v>
                </c:pt>
                <c:pt idx="21496" formatCode="0">
                  <c:v>615.21051597656276</c:v>
                </c:pt>
                <c:pt idx="21592" formatCode="0">
                  <c:v>673.276079495521</c:v>
                </c:pt>
                <c:pt idx="21688" formatCode="0">
                  <c:v>636.39301490781281</c:v>
                </c:pt>
                <c:pt idx="21784" formatCode="0">
                  <c:v>555.69734191906264</c:v>
                </c:pt>
                <c:pt idx="21880" formatCode="0">
                  <c:v>643.66690858197887</c:v>
                </c:pt>
                <c:pt idx="21976" formatCode="0">
                  <c:v>665.32613531739582</c:v>
                </c:pt>
                <c:pt idx="22072" formatCode="0">
                  <c:v>626.1363143917705</c:v>
                </c:pt>
                <c:pt idx="22168" formatCode="0">
                  <c:v>590.49901326520842</c:v>
                </c:pt>
                <c:pt idx="22264" formatCode="0">
                  <c:v>689.23754692124987</c:v>
                </c:pt>
                <c:pt idx="22360" formatCode="0">
                  <c:v>680.44706408124921</c:v>
                </c:pt>
                <c:pt idx="22456" formatCode="0">
                  <c:v>668.10741011239588</c:v>
                </c:pt>
                <c:pt idx="22552" formatCode="0">
                  <c:v>695.23260275541622</c:v>
                </c:pt>
                <c:pt idx="22648" formatCode="0">
                  <c:v>703.2207355498964</c:v>
                </c:pt>
                <c:pt idx="22744" formatCode="0">
                  <c:v>646.66180864947921</c:v>
                </c:pt>
                <c:pt idx="22840" formatCode="0">
                  <c:v>593.49211088833283</c:v>
                </c:pt>
                <c:pt idx="22936" formatCode="0">
                  <c:v>692.54996554052104</c:v>
                </c:pt>
                <c:pt idx="23032" formatCode="0">
                  <c:v>690.86292934395794</c:v>
                </c:pt>
                <c:pt idx="23128" formatCode="0">
                  <c:v>668.62330754572952</c:v>
                </c:pt>
                <c:pt idx="23224" formatCode="0">
                  <c:v>674.38516044697906</c:v>
                </c:pt>
                <c:pt idx="23320" formatCode="0">
                  <c:v>641.20272254937549</c:v>
                </c:pt>
                <c:pt idx="23416" formatCode="0">
                  <c:v>580.07368818937505</c:v>
                </c:pt>
                <c:pt idx="23512" formatCode="0">
                  <c:v>540.23549429531261</c:v>
                </c:pt>
                <c:pt idx="23608" formatCode="0">
                  <c:v>672.90909608208347</c:v>
                </c:pt>
                <c:pt idx="23704" formatCode="0">
                  <c:v>686.77008883135454</c:v>
                </c:pt>
                <c:pt idx="23800" formatCode="0">
                  <c:v>690.64446926125061</c:v>
                </c:pt>
                <c:pt idx="23896" formatCode="0">
                  <c:v>695.08673572531268</c:v>
                </c:pt>
                <c:pt idx="23992" formatCode="0">
                  <c:v>669.3318783444787</c:v>
                </c:pt>
                <c:pt idx="24088" formatCode="0">
                  <c:v>582.63660558072877</c:v>
                </c:pt>
                <c:pt idx="24184" formatCode="0">
                  <c:v>529.7172603607288</c:v>
                </c:pt>
                <c:pt idx="24280" formatCode="0">
                  <c:v>648.76813379906253</c:v>
                </c:pt>
                <c:pt idx="24376" formatCode="0">
                  <c:v>649.66872692145807</c:v>
                </c:pt>
                <c:pt idx="24472" formatCode="0">
                  <c:v>632.49967352531269</c:v>
                </c:pt>
                <c:pt idx="24568" formatCode="0">
                  <c:v>598.87159284000006</c:v>
                </c:pt>
                <c:pt idx="24664" formatCode="0">
                  <c:v>584.35244147010383</c:v>
                </c:pt>
                <c:pt idx="24760" formatCode="0">
                  <c:v>548.04376157166689</c:v>
                </c:pt>
                <c:pt idx="24856" formatCode="0">
                  <c:v>514.83866882302027</c:v>
                </c:pt>
                <c:pt idx="24952" formatCode="0">
                  <c:v>599.12353388468762</c:v>
                </c:pt>
                <c:pt idx="25048" formatCode="0">
                  <c:v>601.62435626989634</c:v>
                </c:pt>
                <c:pt idx="25144" formatCode="0">
                  <c:v>576.40919526406253</c:v>
                </c:pt>
                <c:pt idx="25240" formatCode="0">
                  <c:v>576.58765061708345</c:v>
                </c:pt>
                <c:pt idx="25336" formatCode="0">
                  <c:v>570.86045996302039</c:v>
                </c:pt>
                <c:pt idx="25432" formatCode="0">
                  <c:v>518.66380627947922</c:v>
                </c:pt>
                <c:pt idx="25528" formatCode="0">
                  <c:v>464.83825461052066</c:v>
                </c:pt>
                <c:pt idx="25624" formatCode="0">
                  <c:v>553.79228560187505</c:v>
                </c:pt>
                <c:pt idx="25720" formatCode="0">
                  <c:v>562.46037642177089</c:v>
                </c:pt>
                <c:pt idx="25816" formatCode="0">
                  <c:v>557.90438270593745</c:v>
                </c:pt>
                <c:pt idx="25912" formatCode="0">
                  <c:v>563.63951587687529</c:v>
                </c:pt>
                <c:pt idx="26008" formatCode="0">
                  <c:v>561.49481741645809</c:v>
                </c:pt>
                <c:pt idx="26104" formatCode="0">
                  <c:v>512.84588750197918</c:v>
                </c:pt>
                <c:pt idx="26200" formatCode="0">
                  <c:v>468.91526826239584</c:v>
                </c:pt>
                <c:pt idx="26296" formatCode="0">
                  <c:v>503.43415673541671</c:v>
                </c:pt>
                <c:pt idx="26392" formatCode="0">
                  <c:v>590.45295619927037</c:v>
                </c:pt>
                <c:pt idx="26488" formatCode="0">
                  <c:v>572.92441813156267</c:v>
                </c:pt>
                <c:pt idx="26584" formatCode="0">
                  <c:v>568.19831434937544</c:v>
                </c:pt>
                <c:pt idx="26680" formatCode="0">
                  <c:v>539.21383762375024</c:v>
                </c:pt>
                <c:pt idx="26776" formatCode="0">
                  <c:v>469.00083700843726</c:v>
                </c:pt>
                <c:pt idx="26872" formatCode="0">
                  <c:v>433.99469248437504</c:v>
                </c:pt>
                <c:pt idx="26968" formatCode="0">
                  <c:v>497.16789722479183</c:v>
                </c:pt>
                <c:pt idx="27064" formatCode="0">
                  <c:v>493.42040411624993</c:v>
                </c:pt>
                <c:pt idx="27160" formatCode="0">
                  <c:v>484.50403785770851</c:v>
                </c:pt>
                <c:pt idx="27256" formatCode="0">
                  <c:v>474.89722061145852</c:v>
                </c:pt>
                <c:pt idx="27352" formatCode="0">
                  <c:v>487.5745023097918</c:v>
                </c:pt>
                <c:pt idx="27448" formatCode="0">
                  <c:v>446.33520921062478</c:v>
                </c:pt>
                <c:pt idx="27544" formatCode="0">
                  <c:v>414.11299196895828</c:v>
                </c:pt>
                <c:pt idx="27640" formatCode="0">
                  <c:v>493.17012945822893</c:v>
                </c:pt>
                <c:pt idx="27736" formatCode="0">
                  <c:v>502.01319917052075</c:v>
                </c:pt>
                <c:pt idx="27832" formatCode="0">
                  <c:v>497.53182315854195</c:v>
                </c:pt>
                <c:pt idx="27928" formatCode="0">
                  <c:v>508.15094661729182</c:v>
                </c:pt>
                <c:pt idx="28024" formatCode="0">
                  <c:v>514.52991580916671</c:v>
                </c:pt>
                <c:pt idx="28120" formatCode="0">
                  <c:v>467.82199223833362</c:v>
                </c:pt>
                <c:pt idx="28216" formatCode="0">
                  <c:v>430.60507170364605</c:v>
                </c:pt>
                <c:pt idx="28312" formatCode="0">
                  <c:v>499.95984299989578</c:v>
                </c:pt>
                <c:pt idx="28408" formatCode="0">
                  <c:v>479.93722502385418</c:v>
                </c:pt>
                <c:pt idx="28504" formatCode="0">
                  <c:v>457.75188446072912</c:v>
                </c:pt>
                <c:pt idx="28600" formatCode="0">
                  <c:v>459.44011020666625</c:v>
                </c:pt>
                <c:pt idx="28696" formatCode="0">
                  <c:v>443.08690706916673</c:v>
                </c:pt>
                <c:pt idx="28792" formatCode="0">
                  <c:v>407.52451070124988</c:v>
                </c:pt>
                <c:pt idx="28888" formatCode="0">
                  <c:v>373.65577189125008</c:v>
                </c:pt>
                <c:pt idx="28984" formatCode="0">
                  <c:v>443.23327223447899</c:v>
                </c:pt>
                <c:pt idx="29080" formatCode="0">
                  <c:v>449.84700202968764</c:v>
                </c:pt>
                <c:pt idx="29176" formatCode="0">
                  <c:v>450.00535329156236</c:v>
                </c:pt>
                <c:pt idx="29272" formatCode="0">
                  <c:v>455.72493553145836</c:v>
                </c:pt>
                <c:pt idx="29368" formatCode="0">
                  <c:v>454.34090105666667</c:v>
                </c:pt>
                <c:pt idx="29464" formatCode="0">
                  <c:v>414.18920453427074</c:v>
                </c:pt>
                <c:pt idx="29560" formatCode="0">
                  <c:v>378.49033673593738</c:v>
                </c:pt>
                <c:pt idx="29656" formatCode="0">
                  <c:v>448.19200134239566</c:v>
                </c:pt>
                <c:pt idx="29752" formatCode="0">
                  <c:v>451.47846984843727</c:v>
                </c:pt>
                <c:pt idx="29848" formatCode="0">
                  <c:v>436.43947982822891</c:v>
                </c:pt>
                <c:pt idx="29944" formatCode="0">
                  <c:v>427.01720460281246</c:v>
                </c:pt>
                <c:pt idx="30040" formatCode="0">
                  <c:v>435.43162727375011</c:v>
                </c:pt>
                <c:pt idx="30136" formatCode="0">
                  <c:v>400.21363608041662</c:v>
                </c:pt>
                <c:pt idx="30232" formatCode="0">
                  <c:v>368.60769176510422</c:v>
                </c:pt>
                <c:pt idx="30328" formatCode="0">
                  <c:v>414.3026059464583</c:v>
                </c:pt>
                <c:pt idx="30424" formatCode="0">
                  <c:v>418.62163321187506</c:v>
                </c:pt>
                <c:pt idx="30520" formatCode="0">
                  <c:v>416.57707277958326</c:v>
                </c:pt>
                <c:pt idx="30616" formatCode="0">
                  <c:v>426.74614047979168</c:v>
                </c:pt>
                <c:pt idx="30712" formatCode="0">
                  <c:v>426.62127876343743</c:v>
                </c:pt>
                <c:pt idx="30808" formatCode="0">
                  <c:v>391.88048966718731</c:v>
                </c:pt>
                <c:pt idx="30904" formatCode="0">
                  <c:v>368.71925004354176</c:v>
                </c:pt>
                <c:pt idx="31000" formatCode="0">
                  <c:v>418.32292143489576</c:v>
                </c:pt>
                <c:pt idx="31096" formatCode="0">
                  <c:v>417.76398754124995</c:v>
                </c:pt>
                <c:pt idx="31192" formatCode="0">
                  <c:v>417.51269944479174</c:v>
                </c:pt>
                <c:pt idx="31288" formatCode="0">
                  <c:v>434.41130765302074</c:v>
                </c:pt>
                <c:pt idx="31384" formatCode="0">
                  <c:v>425.79978116281228</c:v>
                </c:pt>
                <c:pt idx="31480" formatCode="0">
                  <c:v>388.05939960531242</c:v>
                </c:pt>
                <c:pt idx="31576" formatCode="0">
                  <c:v>355.35922972343758</c:v>
                </c:pt>
                <c:pt idx="31672" formatCode="0">
                  <c:v>424.96309947927051</c:v>
                </c:pt>
                <c:pt idx="31768" formatCode="0">
                  <c:v>434.38092708614596</c:v>
                </c:pt>
                <c:pt idx="31864" formatCode="0">
                  <c:v>439.48027928656251</c:v>
                </c:pt>
                <c:pt idx="31960" formatCode="0">
                  <c:v>436.91617838520807</c:v>
                </c:pt>
                <c:pt idx="32056" formatCode="0">
                  <c:v>422.83566761031267</c:v>
                </c:pt>
                <c:pt idx="32152" formatCode="0">
                  <c:v>398.72479820281234</c:v>
                </c:pt>
                <c:pt idx="32248" formatCode="0">
                  <c:v>370.89099852197921</c:v>
                </c:pt>
                <c:pt idx="32344" formatCode="0">
                  <c:v>456.4282010397917</c:v>
                </c:pt>
                <c:pt idx="32440" formatCode="0">
                  <c:v>450.75603135437507</c:v>
                </c:pt>
                <c:pt idx="32536" formatCode="0">
                  <c:v>454.78748607614585</c:v>
                </c:pt>
                <c:pt idx="32632" formatCode="0">
                  <c:v>447.89252281156274</c:v>
                </c:pt>
                <c:pt idx="32728" formatCode="0">
                  <c:v>471.31544049604162</c:v>
                </c:pt>
                <c:pt idx="32824" formatCode="0">
                  <c:v>416.69793764770833</c:v>
                </c:pt>
                <c:pt idx="32920" formatCode="0">
                  <c:v>394.32142893510394</c:v>
                </c:pt>
                <c:pt idx="33016" formatCode="0">
                  <c:v>471.19103209145845</c:v>
                </c:pt>
                <c:pt idx="33112" formatCode="0">
                  <c:v>463.35773499822915</c:v>
                </c:pt>
                <c:pt idx="33208" formatCode="0">
                  <c:v>466.14625517489605</c:v>
                </c:pt>
                <c:pt idx="33304" formatCode="0">
                  <c:v>461.34523804937515</c:v>
                </c:pt>
                <c:pt idx="33400" formatCode="0">
                  <c:v>461.75403881041672</c:v>
                </c:pt>
                <c:pt idx="33496" formatCode="0">
                  <c:v>436.82810846968732</c:v>
                </c:pt>
                <c:pt idx="33592" formatCode="0">
                  <c:v>423.85297075927093</c:v>
                </c:pt>
                <c:pt idx="33688" formatCode="0">
                  <c:v>515.6470073065625</c:v>
                </c:pt>
                <c:pt idx="33784" formatCode="0">
                  <c:v>507.73739846520823</c:v>
                </c:pt>
                <c:pt idx="33880" formatCode="0">
                  <c:v>482.74674733510426</c:v>
                </c:pt>
                <c:pt idx="33976" formatCode="0">
                  <c:v>496.88996124302111</c:v>
                </c:pt>
                <c:pt idx="34072" formatCode="0">
                  <c:v>490.54994710302094</c:v>
                </c:pt>
                <c:pt idx="34168" formatCode="0">
                  <c:v>453.74542172760425</c:v>
                </c:pt>
                <c:pt idx="34264" formatCode="0">
                  <c:v>445.93299706781244</c:v>
                </c:pt>
                <c:pt idx="34360" formatCode="0">
                  <c:v>444.41033935624995</c:v>
                </c:pt>
                <c:pt idx="34456" formatCode="0">
                  <c:v>382.53012339312505</c:v>
                </c:pt>
                <c:pt idx="34552" formatCode="0">
                  <c:v>384.4288835529166</c:v>
                </c:pt>
                <c:pt idx="34648" formatCode="0">
                  <c:v>445.45127010333346</c:v>
                </c:pt>
                <c:pt idx="34744" formatCode="0">
                  <c:v>447.33487192781257</c:v>
                </c:pt>
                <c:pt idx="34840" formatCode="0">
                  <c:v>420.77024141937494</c:v>
                </c:pt>
                <c:pt idx="34936" formatCode="0">
                  <c:v>394.69673601770819</c:v>
                </c:pt>
                <c:pt idx="35032" formatCode="0">
                  <c:v>435.06960360197922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47-4CC5-A20D-401E8523BB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95442320"/>
        <c:axId val="695449040"/>
      </c:lineChart>
      <c:dateAx>
        <c:axId val="6954423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sv-SE"/>
          </a:p>
        </c:txPr>
        <c:crossAx val="695449040"/>
        <c:crosses val="autoZero"/>
        <c:auto val="1"/>
        <c:lblOffset val="100"/>
        <c:baseTimeUnit val="days"/>
      </c:dateAx>
      <c:valAx>
        <c:axId val="695449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GB"/>
                  <a:t>MW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sv-SE"/>
          </a:p>
        </c:txPr>
        <c:crossAx val="69544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sv-SE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800"/>
      </a:pPr>
      <a:endParaRPr lang="sv-SE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Data2012!$B$4</c:f>
              <c:strCache>
                <c:ptCount val="1"/>
                <c:pt idx="0">
                  <c:v>Daily average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Data2012!$A$5:$A$35045</c:f>
              <c:numCache>
                <c:formatCode>General</c:formatCode>
                <c:ptCount val="35033"/>
                <c:pt idx="0" formatCode="m/d/yyyy">
                  <c:v>40909</c:v>
                </c:pt>
                <c:pt idx="96" formatCode="m/d/yyyy">
                  <c:v>40910</c:v>
                </c:pt>
                <c:pt idx="192" formatCode="m/d/yyyy">
                  <c:v>40911</c:v>
                </c:pt>
                <c:pt idx="288" formatCode="m/d/yyyy">
                  <c:v>40912</c:v>
                </c:pt>
                <c:pt idx="384" formatCode="m/d/yyyy">
                  <c:v>40913</c:v>
                </c:pt>
                <c:pt idx="480" formatCode="m/d/yyyy">
                  <c:v>40914</c:v>
                </c:pt>
                <c:pt idx="576" formatCode="m/d/yyyy">
                  <c:v>40915</c:v>
                </c:pt>
                <c:pt idx="672" formatCode="m/d/yyyy">
                  <c:v>40916</c:v>
                </c:pt>
                <c:pt idx="768" formatCode="m/d/yyyy">
                  <c:v>40917</c:v>
                </c:pt>
                <c:pt idx="864" formatCode="m/d/yyyy">
                  <c:v>40918</c:v>
                </c:pt>
                <c:pt idx="960" formatCode="m/d/yyyy">
                  <c:v>40919</c:v>
                </c:pt>
                <c:pt idx="1056" formatCode="m/d/yyyy">
                  <c:v>40920</c:v>
                </c:pt>
                <c:pt idx="1152" formatCode="m/d/yyyy">
                  <c:v>40921</c:v>
                </c:pt>
                <c:pt idx="1248" formatCode="m/d/yyyy">
                  <c:v>40922</c:v>
                </c:pt>
                <c:pt idx="1344" formatCode="m/d/yyyy">
                  <c:v>40923</c:v>
                </c:pt>
                <c:pt idx="1440" formatCode="m/d/yyyy">
                  <c:v>40924</c:v>
                </c:pt>
                <c:pt idx="1536" formatCode="m/d/yyyy">
                  <c:v>40925</c:v>
                </c:pt>
                <c:pt idx="1632" formatCode="m/d/yyyy">
                  <c:v>40926</c:v>
                </c:pt>
                <c:pt idx="1728" formatCode="m/d/yyyy">
                  <c:v>40927</c:v>
                </c:pt>
                <c:pt idx="1824" formatCode="m/d/yyyy">
                  <c:v>40928</c:v>
                </c:pt>
                <c:pt idx="1920" formatCode="m/d/yyyy">
                  <c:v>40929</c:v>
                </c:pt>
                <c:pt idx="2016" formatCode="m/d/yyyy">
                  <c:v>40930</c:v>
                </c:pt>
                <c:pt idx="2112" formatCode="m/d/yyyy">
                  <c:v>40931</c:v>
                </c:pt>
                <c:pt idx="2208" formatCode="m/d/yyyy">
                  <c:v>40932</c:v>
                </c:pt>
                <c:pt idx="2304" formatCode="m/d/yyyy">
                  <c:v>40933</c:v>
                </c:pt>
                <c:pt idx="2400" formatCode="m/d/yyyy">
                  <c:v>40934</c:v>
                </c:pt>
                <c:pt idx="2496" formatCode="m/d/yyyy">
                  <c:v>40935</c:v>
                </c:pt>
                <c:pt idx="2592" formatCode="m/d/yyyy">
                  <c:v>40936</c:v>
                </c:pt>
                <c:pt idx="2688" formatCode="m/d/yyyy">
                  <c:v>40937</c:v>
                </c:pt>
                <c:pt idx="2784" formatCode="m/d/yyyy">
                  <c:v>40938</c:v>
                </c:pt>
                <c:pt idx="2880" formatCode="m/d/yyyy">
                  <c:v>40939</c:v>
                </c:pt>
                <c:pt idx="2976" formatCode="m/d/yyyy">
                  <c:v>40940</c:v>
                </c:pt>
                <c:pt idx="3072" formatCode="m/d/yyyy">
                  <c:v>40941</c:v>
                </c:pt>
                <c:pt idx="3168" formatCode="m/d/yyyy">
                  <c:v>40942</c:v>
                </c:pt>
                <c:pt idx="3264" formatCode="m/d/yyyy">
                  <c:v>40943</c:v>
                </c:pt>
                <c:pt idx="3360" formatCode="m/d/yyyy">
                  <c:v>40944</c:v>
                </c:pt>
                <c:pt idx="3456" formatCode="m/d/yyyy">
                  <c:v>40945</c:v>
                </c:pt>
                <c:pt idx="3552" formatCode="m/d/yyyy">
                  <c:v>40946</c:v>
                </c:pt>
                <c:pt idx="3648" formatCode="m/d/yyyy">
                  <c:v>40947</c:v>
                </c:pt>
                <c:pt idx="3744" formatCode="m/d/yyyy">
                  <c:v>40948</c:v>
                </c:pt>
                <c:pt idx="3840" formatCode="m/d/yyyy">
                  <c:v>40949</c:v>
                </c:pt>
                <c:pt idx="3936" formatCode="m/d/yyyy">
                  <c:v>40950</c:v>
                </c:pt>
                <c:pt idx="4032" formatCode="m/d/yyyy">
                  <c:v>40951</c:v>
                </c:pt>
                <c:pt idx="4128" formatCode="m/d/yyyy">
                  <c:v>40952</c:v>
                </c:pt>
                <c:pt idx="4224" formatCode="m/d/yyyy">
                  <c:v>40953</c:v>
                </c:pt>
                <c:pt idx="4320" formatCode="m/d/yyyy">
                  <c:v>40954</c:v>
                </c:pt>
                <c:pt idx="4416" formatCode="m/d/yyyy">
                  <c:v>40955</c:v>
                </c:pt>
                <c:pt idx="4512" formatCode="m/d/yyyy">
                  <c:v>40956</c:v>
                </c:pt>
                <c:pt idx="4608" formatCode="m/d/yyyy">
                  <c:v>40957</c:v>
                </c:pt>
                <c:pt idx="4704" formatCode="m/d/yyyy">
                  <c:v>40958</c:v>
                </c:pt>
                <c:pt idx="4800" formatCode="m/d/yyyy">
                  <c:v>40959</c:v>
                </c:pt>
                <c:pt idx="4896" formatCode="m/d/yyyy">
                  <c:v>40960</c:v>
                </c:pt>
                <c:pt idx="4992" formatCode="m/d/yyyy">
                  <c:v>40961</c:v>
                </c:pt>
                <c:pt idx="5088" formatCode="m/d/yyyy">
                  <c:v>40962</c:v>
                </c:pt>
                <c:pt idx="5184" formatCode="m/d/yyyy">
                  <c:v>40963</c:v>
                </c:pt>
                <c:pt idx="5280" formatCode="m/d/yyyy">
                  <c:v>40964</c:v>
                </c:pt>
                <c:pt idx="5376" formatCode="m/d/yyyy">
                  <c:v>40965</c:v>
                </c:pt>
                <c:pt idx="5472" formatCode="m/d/yyyy">
                  <c:v>40966</c:v>
                </c:pt>
                <c:pt idx="5568" formatCode="m/d/yyyy">
                  <c:v>40967</c:v>
                </c:pt>
                <c:pt idx="5664" formatCode="m/d/yyyy">
                  <c:v>40968</c:v>
                </c:pt>
                <c:pt idx="5760" formatCode="m/d/yyyy">
                  <c:v>40969</c:v>
                </c:pt>
                <c:pt idx="5856" formatCode="m/d/yyyy">
                  <c:v>40970</c:v>
                </c:pt>
                <c:pt idx="5952" formatCode="m/d/yyyy">
                  <c:v>40971</c:v>
                </c:pt>
                <c:pt idx="6048" formatCode="m/d/yyyy">
                  <c:v>40972</c:v>
                </c:pt>
                <c:pt idx="6144" formatCode="m/d/yyyy">
                  <c:v>40973</c:v>
                </c:pt>
                <c:pt idx="6240" formatCode="m/d/yyyy">
                  <c:v>40974</c:v>
                </c:pt>
                <c:pt idx="6336" formatCode="m/d/yyyy">
                  <c:v>40975</c:v>
                </c:pt>
                <c:pt idx="6432" formatCode="m/d/yyyy">
                  <c:v>40976</c:v>
                </c:pt>
                <c:pt idx="6528" formatCode="m/d/yyyy">
                  <c:v>40977</c:v>
                </c:pt>
                <c:pt idx="6624" formatCode="m/d/yyyy">
                  <c:v>40978</c:v>
                </c:pt>
                <c:pt idx="6720" formatCode="m/d/yyyy">
                  <c:v>40979</c:v>
                </c:pt>
                <c:pt idx="6816" formatCode="m/d/yyyy">
                  <c:v>40980</c:v>
                </c:pt>
                <c:pt idx="6912" formatCode="m/d/yyyy">
                  <c:v>40981</c:v>
                </c:pt>
                <c:pt idx="7008" formatCode="m/d/yyyy">
                  <c:v>40982</c:v>
                </c:pt>
                <c:pt idx="7104" formatCode="m/d/yyyy">
                  <c:v>40983</c:v>
                </c:pt>
                <c:pt idx="7200" formatCode="m/d/yyyy">
                  <c:v>40984</c:v>
                </c:pt>
                <c:pt idx="7296" formatCode="m/d/yyyy">
                  <c:v>40985</c:v>
                </c:pt>
                <c:pt idx="7392" formatCode="m/d/yyyy">
                  <c:v>40986</c:v>
                </c:pt>
                <c:pt idx="7488" formatCode="m/d/yyyy">
                  <c:v>40987</c:v>
                </c:pt>
                <c:pt idx="7584" formatCode="m/d/yyyy">
                  <c:v>40988</c:v>
                </c:pt>
                <c:pt idx="7680" formatCode="m/d/yyyy">
                  <c:v>40989</c:v>
                </c:pt>
                <c:pt idx="7776" formatCode="m/d/yyyy">
                  <c:v>40990</c:v>
                </c:pt>
                <c:pt idx="7872" formatCode="m/d/yyyy">
                  <c:v>40991</c:v>
                </c:pt>
                <c:pt idx="7968" formatCode="m/d/yyyy">
                  <c:v>40992</c:v>
                </c:pt>
                <c:pt idx="8064" formatCode="m/d/yyyy">
                  <c:v>40993</c:v>
                </c:pt>
                <c:pt idx="8156" formatCode="m/d/yyyy">
                  <c:v>40994</c:v>
                </c:pt>
                <c:pt idx="8248" formatCode="m/d/yyyy">
                  <c:v>40995</c:v>
                </c:pt>
                <c:pt idx="8344" formatCode="m/d/yyyy">
                  <c:v>40996</c:v>
                </c:pt>
                <c:pt idx="8440" formatCode="m/d/yyyy">
                  <c:v>40997</c:v>
                </c:pt>
                <c:pt idx="8536" formatCode="m/d/yyyy">
                  <c:v>40998</c:v>
                </c:pt>
                <c:pt idx="8632" formatCode="m/d/yyyy">
                  <c:v>40999</c:v>
                </c:pt>
                <c:pt idx="8728" formatCode="m/d/yyyy">
                  <c:v>41000</c:v>
                </c:pt>
                <c:pt idx="8824" formatCode="m/d/yyyy">
                  <c:v>41001</c:v>
                </c:pt>
                <c:pt idx="8920" formatCode="m/d/yyyy">
                  <c:v>41002</c:v>
                </c:pt>
                <c:pt idx="9016" formatCode="m/d/yyyy">
                  <c:v>41003</c:v>
                </c:pt>
                <c:pt idx="9112" formatCode="m/d/yyyy">
                  <c:v>41004</c:v>
                </c:pt>
                <c:pt idx="9208" formatCode="m/d/yyyy">
                  <c:v>41005</c:v>
                </c:pt>
                <c:pt idx="9304" formatCode="m/d/yyyy">
                  <c:v>41006</c:v>
                </c:pt>
                <c:pt idx="9400" formatCode="m/d/yyyy">
                  <c:v>41007</c:v>
                </c:pt>
                <c:pt idx="9496" formatCode="d/m/yyyy;@">
                  <c:v>41008</c:v>
                </c:pt>
                <c:pt idx="9592" formatCode="d/m/yyyy;@">
                  <c:v>41009</c:v>
                </c:pt>
                <c:pt idx="9688" formatCode="d/m/yyyy;@">
                  <c:v>41010</c:v>
                </c:pt>
                <c:pt idx="9784" formatCode="d/m/yyyy;@">
                  <c:v>41011</c:v>
                </c:pt>
                <c:pt idx="9880" formatCode="d/m/yyyy;@">
                  <c:v>41012</c:v>
                </c:pt>
                <c:pt idx="9976" formatCode="d/m/yyyy;@">
                  <c:v>41013</c:v>
                </c:pt>
                <c:pt idx="10072" formatCode="d/m/yyyy;@">
                  <c:v>41014</c:v>
                </c:pt>
                <c:pt idx="10168" formatCode="d/m/yyyy;@">
                  <c:v>41015</c:v>
                </c:pt>
                <c:pt idx="10264" formatCode="d/m/yyyy;@">
                  <c:v>41016</c:v>
                </c:pt>
                <c:pt idx="10360" formatCode="d/m/yyyy;@">
                  <c:v>41017</c:v>
                </c:pt>
                <c:pt idx="10456" formatCode="d/m/yyyy;@">
                  <c:v>41018</c:v>
                </c:pt>
                <c:pt idx="10552" formatCode="d/m/yyyy;@">
                  <c:v>41019</c:v>
                </c:pt>
                <c:pt idx="10648" formatCode="d/m/yyyy;@">
                  <c:v>41020</c:v>
                </c:pt>
                <c:pt idx="10744" formatCode="d/m/yyyy;@">
                  <c:v>41021</c:v>
                </c:pt>
                <c:pt idx="10840" formatCode="d/m/yyyy;@">
                  <c:v>41022</c:v>
                </c:pt>
                <c:pt idx="10936" formatCode="d/m/yyyy;@">
                  <c:v>41023</c:v>
                </c:pt>
                <c:pt idx="11032" formatCode="d/m/yyyy;@">
                  <c:v>41024</c:v>
                </c:pt>
                <c:pt idx="11128" formatCode="d/m/yyyy;@">
                  <c:v>41025</c:v>
                </c:pt>
                <c:pt idx="11224" formatCode="d/m/yyyy;@">
                  <c:v>41026</c:v>
                </c:pt>
                <c:pt idx="11320" formatCode="d/m/yyyy;@">
                  <c:v>41027</c:v>
                </c:pt>
                <c:pt idx="11416" formatCode="d/m/yyyy;@">
                  <c:v>41028</c:v>
                </c:pt>
                <c:pt idx="11512" formatCode="d/m/yyyy;@">
                  <c:v>41029</c:v>
                </c:pt>
                <c:pt idx="11608" formatCode="d/m/yyyy;@">
                  <c:v>41030</c:v>
                </c:pt>
                <c:pt idx="11704" formatCode="d/m/yyyy;@">
                  <c:v>41031</c:v>
                </c:pt>
                <c:pt idx="11800" formatCode="d/m/yyyy;@">
                  <c:v>41032</c:v>
                </c:pt>
                <c:pt idx="11896" formatCode="d/m/yyyy;@">
                  <c:v>41033</c:v>
                </c:pt>
                <c:pt idx="11992" formatCode="d/m/yyyy;@">
                  <c:v>41034</c:v>
                </c:pt>
                <c:pt idx="12088" formatCode="d/m/yyyy;@">
                  <c:v>41035</c:v>
                </c:pt>
                <c:pt idx="12184" formatCode="m/d/yyyy">
                  <c:v>41036</c:v>
                </c:pt>
                <c:pt idx="12280" formatCode="m/d/yyyy">
                  <c:v>41037</c:v>
                </c:pt>
                <c:pt idx="12376" formatCode="m/d/yyyy">
                  <c:v>41038</c:v>
                </c:pt>
                <c:pt idx="12472" formatCode="m/d/yyyy">
                  <c:v>41039</c:v>
                </c:pt>
                <c:pt idx="12568" formatCode="m/d/yyyy">
                  <c:v>41040</c:v>
                </c:pt>
                <c:pt idx="12664" formatCode="m/d/yyyy">
                  <c:v>41041</c:v>
                </c:pt>
                <c:pt idx="12760" formatCode="m/d/yyyy">
                  <c:v>41042</c:v>
                </c:pt>
                <c:pt idx="12856" formatCode="m/d/yyyy">
                  <c:v>41043</c:v>
                </c:pt>
                <c:pt idx="12952" formatCode="m/d/yyyy">
                  <c:v>41044</c:v>
                </c:pt>
                <c:pt idx="13048" formatCode="m/d/yyyy">
                  <c:v>41045</c:v>
                </c:pt>
                <c:pt idx="13144" formatCode="m/d/yyyy">
                  <c:v>41046</c:v>
                </c:pt>
                <c:pt idx="13240" formatCode="m/d/yyyy">
                  <c:v>41047</c:v>
                </c:pt>
                <c:pt idx="13336" formatCode="m/d/yyyy">
                  <c:v>41048</c:v>
                </c:pt>
                <c:pt idx="13432" formatCode="m/d/yyyy">
                  <c:v>41049</c:v>
                </c:pt>
                <c:pt idx="13528" formatCode="m/d/yyyy">
                  <c:v>41050</c:v>
                </c:pt>
                <c:pt idx="13624" formatCode="m/d/yyyy">
                  <c:v>41051</c:v>
                </c:pt>
                <c:pt idx="13720" formatCode="m/d/yyyy">
                  <c:v>41052</c:v>
                </c:pt>
                <c:pt idx="13816" formatCode="m/d/yyyy">
                  <c:v>41053</c:v>
                </c:pt>
                <c:pt idx="13912" formatCode="m/d/yyyy">
                  <c:v>41054</c:v>
                </c:pt>
                <c:pt idx="14008" formatCode="m/d/yyyy">
                  <c:v>41055</c:v>
                </c:pt>
                <c:pt idx="14104" formatCode="m/d/yyyy">
                  <c:v>41056</c:v>
                </c:pt>
                <c:pt idx="14200" formatCode="m/d/yyyy">
                  <c:v>41057</c:v>
                </c:pt>
                <c:pt idx="14296" formatCode="m/d/yyyy">
                  <c:v>41058</c:v>
                </c:pt>
                <c:pt idx="14392" formatCode="m/d/yyyy">
                  <c:v>41059</c:v>
                </c:pt>
                <c:pt idx="14488" formatCode="m/d/yyyy">
                  <c:v>41060</c:v>
                </c:pt>
                <c:pt idx="14584" formatCode="m/d/yyyy">
                  <c:v>41061</c:v>
                </c:pt>
                <c:pt idx="14680" formatCode="m/d/yyyy">
                  <c:v>41062</c:v>
                </c:pt>
                <c:pt idx="14776" formatCode="m/d/yyyy">
                  <c:v>41063</c:v>
                </c:pt>
                <c:pt idx="14872" formatCode="m/d/yyyy">
                  <c:v>41064</c:v>
                </c:pt>
                <c:pt idx="14968" formatCode="m/d/yyyy">
                  <c:v>41065</c:v>
                </c:pt>
                <c:pt idx="15064" formatCode="m/d/yyyy">
                  <c:v>41066</c:v>
                </c:pt>
                <c:pt idx="15160" formatCode="m/d/yyyy">
                  <c:v>41067</c:v>
                </c:pt>
                <c:pt idx="15256" formatCode="m/d/yyyy">
                  <c:v>41068</c:v>
                </c:pt>
                <c:pt idx="15352" formatCode="m/d/yyyy">
                  <c:v>41069</c:v>
                </c:pt>
                <c:pt idx="15448" formatCode="m/d/yyyy">
                  <c:v>41070</c:v>
                </c:pt>
                <c:pt idx="15544" formatCode="m/d/yyyy">
                  <c:v>41071</c:v>
                </c:pt>
                <c:pt idx="15640" formatCode="m/d/yyyy">
                  <c:v>41072</c:v>
                </c:pt>
                <c:pt idx="15736" formatCode="m/d/yyyy">
                  <c:v>41073</c:v>
                </c:pt>
                <c:pt idx="15832" formatCode="m/d/yyyy">
                  <c:v>41074</c:v>
                </c:pt>
                <c:pt idx="15928" formatCode="m/d/yyyy">
                  <c:v>41075</c:v>
                </c:pt>
                <c:pt idx="16024" formatCode="m/d/yyyy">
                  <c:v>41076</c:v>
                </c:pt>
                <c:pt idx="16120" formatCode="m/d/yyyy">
                  <c:v>41077</c:v>
                </c:pt>
                <c:pt idx="16216" formatCode="m/d/yyyy">
                  <c:v>41078</c:v>
                </c:pt>
                <c:pt idx="16312" formatCode="m/d/yyyy">
                  <c:v>41079</c:v>
                </c:pt>
                <c:pt idx="16408" formatCode="m/d/yyyy">
                  <c:v>41080</c:v>
                </c:pt>
                <c:pt idx="16504" formatCode="m/d/yyyy">
                  <c:v>41081</c:v>
                </c:pt>
                <c:pt idx="16600" formatCode="m/d/yyyy">
                  <c:v>41082</c:v>
                </c:pt>
                <c:pt idx="16696" formatCode="m/d/yyyy">
                  <c:v>41083</c:v>
                </c:pt>
                <c:pt idx="16792" formatCode="m/d/yyyy">
                  <c:v>41084</c:v>
                </c:pt>
                <c:pt idx="16888" formatCode="m/d/yyyy">
                  <c:v>41085</c:v>
                </c:pt>
                <c:pt idx="16984" formatCode="m/d/yyyy">
                  <c:v>41086</c:v>
                </c:pt>
                <c:pt idx="17080" formatCode="m/d/yyyy">
                  <c:v>41087</c:v>
                </c:pt>
                <c:pt idx="17176" formatCode="m/d/yyyy">
                  <c:v>41088</c:v>
                </c:pt>
                <c:pt idx="17272" formatCode="m/d/yyyy">
                  <c:v>41089</c:v>
                </c:pt>
                <c:pt idx="17368" formatCode="m/d/yyyy">
                  <c:v>41090</c:v>
                </c:pt>
                <c:pt idx="17464" formatCode="m/d/yyyy">
                  <c:v>41091</c:v>
                </c:pt>
                <c:pt idx="17560" formatCode="m/d/yyyy">
                  <c:v>41092</c:v>
                </c:pt>
                <c:pt idx="17656" formatCode="m/d/yyyy">
                  <c:v>41093</c:v>
                </c:pt>
                <c:pt idx="17752" formatCode="m/d/yyyy">
                  <c:v>41094</c:v>
                </c:pt>
                <c:pt idx="17848" formatCode="m/d/yyyy">
                  <c:v>41095</c:v>
                </c:pt>
                <c:pt idx="17944" formatCode="m/d/yyyy">
                  <c:v>41096</c:v>
                </c:pt>
                <c:pt idx="18040" formatCode="m/d/yyyy">
                  <c:v>41097</c:v>
                </c:pt>
                <c:pt idx="18136" formatCode="m/d/yyyy">
                  <c:v>41098</c:v>
                </c:pt>
                <c:pt idx="18232" formatCode="m/d/yyyy">
                  <c:v>41099</c:v>
                </c:pt>
                <c:pt idx="18328" formatCode="m/d/yyyy">
                  <c:v>41100</c:v>
                </c:pt>
                <c:pt idx="18424" formatCode="m/d/yyyy">
                  <c:v>41101</c:v>
                </c:pt>
                <c:pt idx="18520" formatCode="m/d/yyyy">
                  <c:v>41102</c:v>
                </c:pt>
                <c:pt idx="18616" formatCode="m/d/yyyy">
                  <c:v>41103</c:v>
                </c:pt>
                <c:pt idx="18712" formatCode="m/d/yyyy">
                  <c:v>41104</c:v>
                </c:pt>
                <c:pt idx="18808" formatCode="m/d/yyyy">
                  <c:v>41105</c:v>
                </c:pt>
                <c:pt idx="18904" formatCode="m/d/yyyy">
                  <c:v>41106</c:v>
                </c:pt>
                <c:pt idx="19000" formatCode="m/d/yyyy">
                  <c:v>41107</c:v>
                </c:pt>
                <c:pt idx="19096" formatCode="m/d/yyyy">
                  <c:v>41108</c:v>
                </c:pt>
                <c:pt idx="19192" formatCode="m/d/yyyy">
                  <c:v>41109</c:v>
                </c:pt>
                <c:pt idx="19288" formatCode="m/d/yyyy">
                  <c:v>41110</c:v>
                </c:pt>
                <c:pt idx="19384" formatCode="m/d/yyyy">
                  <c:v>41111</c:v>
                </c:pt>
                <c:pt idx="19480" formatCode="m/d/yyyy">
                  <c:v>41112</c:v>
                </c:pt>
                <c:pt idx="19576" formatCode="m/d/yyyy">
                  <c:v>41113</c:v>
                </c:pt>
                <c:pt idx="19672" formatCode="m/d/yyyy">
                  <c:v>41114</c:v>
                </c:pt>
                <c:pt idx="19768" formatCode="m/d/yyyy">
                  <c:v>41115</c:v>
                </c:pt>
                <c:pt idx="19864" formatCode="m/d/yyyy">
                  <c:v>41116</c:v>
                </c:pt>
                <c:pt idx="19960" formatCode="m/d/yyyy">
                  <c:v>41117</c:v>
                </c:pt>
                <c:pt idx="20056" formatCode="m/d/yyyy">
                  <c:v>41118</c:v>
                </c:pt>
                <c:pt idx="20152" formatCode="m/d/yyyy">
                  <c:v>41119</c:v>
                </c:pt>
                <c:pt idx="20248" formatCode="m/d/yyyy">
                  <c:v>41120</c:v>
                </c:pt>
                <c:pt idx="20344" formatCode="m/d/yyyy">
                  <c:v>41121</c:v>
                </c:pt>
                <c:pt idx="20440" formatCode="m/d/yyyy">
                  <c:v>41122</c:v>
                </c:pt>
                <c:pt idx="20536" formatCode="m/d/yyyy">
                  <c:v>41123</c:v>
                </c:pt>
                <c:pt idx="20632" formatCode="m/d/yyyy">
                  <c:v>41124</c:v>
                </c:pt>
                <c:pt idx="20728" formatCode="m/d/yyyy">
                  <c:v>41125</c:v>
                </c:pt>
                <c:pt idx="20824" formatCode="m/d/yyyy">
                  <c:v>41126</c:v>
                </c:pt>
                <c:pt idx="20920" formatCode="m/d/yyyy">
                  <c:v>41127</c:v>
                </c:pt>
                <c:pt idx="21016" formatCode="m/d/yyyy">
                  <c:v>41128</c:v>
                </c:pt>
                <c:pt idx="21112" formatCode="m/d/yyyy">
                  <c:v>41129</c:v>
                </c:pt>
                <c:pt idx="21208" formatCode="m/d/yyyy">
                  <c:v>41130</c:v>
                </c:pt>
                <c:pt idx="21304" formatCode="m/d/yyyy">
                  <c:v>41131</c:v>
                </c:pt>
                <c:pt idx="21400" formatCode="m/d/yyyy">
                  <c:v>41132</c:v>
                </c:pt>
                <c:pt idx="21496" formatCode="m/d/yyyy">
                  <c:v>41133</c:v>
                </c:pt>
                <c:pt idx="21592" formatCode="m/d/yyyy">
                  <c:v>41134</c:v>
                </c:pt>
                <c:pt idx="21688" formatCode="m/d/yyyy">
                  <c:v>41135</c:v>
                </c:pt>
                <c:pt idx="21784" formatCode="m/d/yyyy">
                  <c:v>41136</c:v>
                </c:pt>
                <c:pt idx="21880" formatCode="m/d/yyyy">
                  <c:v>41137</c:v>
                </c:pt>
                <c:pt idx="21976" formatCode="m/d/yyyy">
                  <c:v>41138</c:v>
                </c:pt>
                <c:pt idx="22072" formatCode="m/d/yyyy">
                  <c:v>41139</c:v>
                </c:pt>
                <c:pt idx="22168" formatCode="m/d/yyyy">
                  <c:v>41140</c:v>
                </c:pt>
                <c:pt idx="22264" formatCode="m/d/yyyy">
                  <c:v>41141</c:v>
                </c:pt>
                <c:pt idx="22360" formatCode="m/d/yyyy">
                  <c:v>41142</c:v>
                </c:pt>
                <c:pt idx="22456" formatCode="m/d/yyyy">
                  <c:v>41143</c:v>
                </c:pt>
                <c:pt idx="22552" formatCode="m/d/yyyy">
                  <c:v>41144</c:v>
                </c:pt>
                <c:pt idx="22648" formatCode="m/d/yyyy">
                  <c:v>41145</c:v>
                </c:pt>
                <c:pt idx="22744" formatCode="m/d/yyyy">
                  <c:v>41146</c:v>
                </c:pt>
                <c:pt idx="22840" formatCode="m/d/yyyy">
                  <c:v>41147</c:v>
                </c:pt>
                <c:pt idx="22936" formatCode="m/d/yyyy">
                  <c:v>41148</c:v>
                </c:pt>
                <c:pt idx="23032" formatCode="m/d/yyyy">
                  <c:v>41149</c:v>
                </c:pt>
                <c:pt idx="23128" formatCode="m/d/yyyy">
                  <c:v>41150</c:v>
                </c:pt>
                <c:pt idx="23224" formatCode="m/d/yyyy">
                  <c:v>41151</c:v>
                </c:pt>
                <c:pt idx="23320" formatCode="m/d/yyyy">
                  <c:v>41152</c:v>
                </c:pt>
                <c:pt idx="23416" formatCode="m/d/yyyy">
                  <c:v>41153</c:v>
                </c:pt>
                <c:pt idx="23512" formatCode="m/d/yyyy">
                  <c:v>41154</c:v>
                </c:pt>
                <c:pt idx="23608" formatCode="m/d/yyyy">
                  <c:v>41155</c:v>
                </c:pt>
                <c:pt idx="23704" formatCode="m/d/yyyy">
                  <c:v>41156</c:v>
                </c:pt>
                <c:pt idx="23800" formatCode="m/d/yyyy">
                  <c:v>41157</c:v>
                </c:pt>
                <c:pt idx="23896" formatCode="m/d/yyyy">
                  <c:v>41158</c:v>
                </c:pt>
                <c:pt idx="23992" formatCode="m/d/yyyy">
                  <c:v>41159</c:v>
                </c:pt>
                <c:pt idx="24088" formatCode="m/d/yyyy">
                  <c:v>41160</c:v>
                </c:pt>
                <c:pt idx="24184" formatCode="m/d/yyyy">
                  <c:v>41161</c:v>
                </c:pt>
                <c:pt idx="24280" formatCode="m/d/yyyy">
                  <c:v>41162</c:v>
                </c:pt>
                <c:pt idx="24376" formatCode="m/d/yyyy">
                  <c:v>41163</c:v>
                </c:pt>
                <c:pt idx="24472" formatCode="m/d/yyyy">
                  <c:v>41164</c:v>
                </c:pt>
                <c:pt idx="24568" formatCode="m/d/yyyy">
                  <c:v>41165</c:v>
                </c:pt>
                <c:pt idx="24664" formatCode="m/d/yyyy">
                  <c:v>41166</c:v>
                </c:pt>
                <c:pt idx="24760" formatCode="m/d/yyyy">
                  <c:v>41167</c:v>
                </c:pt>
                <c:pt idx="24856" formatCode="m/d/yyyy">
                  <c:v>41168</c:v>
                </c:pt>
                <c:pt idx="24952" formatCode="m/d/yyyy">
                  <c:v>41169</c:v>
                </c:pt>
                <c:pt idx="25048" formatCode="m/d/yyyy">
                  <c:v>41170</c:v>
                </c:pt>
                <c:pt idx="25144" formatCode="m/d/yyyy">
                  <c:v>41171</c:v>
                </c:pt>
                <c:pt idx="25240" formatCode="m/d/yyyy">
                  <c:v>41172</c:v>
                </c:pt>
                <c:pt idx="25336" formatCode="m/d/yyyy">
                  <c:v>41173</c:v>
                </c:pt>
                <c:pt idx="25432" formatCode="m/d/yyyy">
                  <c:v>41174</c:v>
                </c:pt>
                <c:pt idx="25528" formatCode="m/d/yyyy">
                  <c:v>41175</c:v>
                </c:pt>
                <c:pt idx="25624" formatCode="m/d/yyyy">
                  <c:v>41176</c:v>
                </c:pt>
                <c:pt idx="25720" formatCode="m/d/yyyy">
                  <c:v>41177</c:v>
                </c:pt>
                <c:pt idx="25816" formatCode="m/d/yyyy">
                  <c:v>41178</c:v>
                </c:pt>
                <c:pt idx="25912" formatCode="m/d/yyyy">
                  <c:v>41179</c:v>
                </c:pt>
                <c:pt idx="26008" formatCode="m/d/yyyy">
                  <c:v>41180</c:v>
                </c:pt>
                <c:pt idx="26104" formatCode="m/d/yyyy">
                  <c:v>41181</c:v>
                </c:pt>
                <c:pt idx="26200" formatCode="m/d/yyyy">
                  <c:v>41182</c:v>
                </c:pt>
                <c:pt idx="26296" formatCode="m/d/yyyy">
                  <c:v>41183</c:v>
                </c:pt>
                <c:pt idx="26392" formatCode="m/d/yyyy">
                  <c:v>41184</c:v>
                </c:pt>
                <c:pt idx="26488" formatCode="m/d/yyyy">
                  <c:v>41185</c:v>
                </c:pt>
                <c:pt idx="26584" formatCode="m/d/yyyy">
                  <c:v>41186</c:v>
                </c:pt>
                <c:pt idx="26680" formatCode="m/d/yyyy">
                  <c:v>41187</c:v>
                </c:pt>
                <c:pt idx="26776" formatCode="m/d/yyyy">
                  <c:v>41188</c:v>
                </c:pt>
                <c:pt idx="26872" formatCode="m/d/yyyy">
                  <c:v>41189</c:v>
                </c:pt>
                <c:pt idx="26968" formatCode="m/d/yyyy">
                  <c:v>41190</c:v>
                </c:pt>
                <c:pt idx="27064" formatCode="m/d/yyyy">
                  <c:v>41191</c:v>
                </c:pt>
                <c:pt idx="27160" formatCode="m/d/yyyy">
                  <c:v>41192</c:v>
                </c:pt>
                <c:pt idx="27256" formatCode="m/d/yyyy">
                  <c:v>41193</c:v>
                </c:pt>
                <c:pt idx="27352" formatCode="m/d/yyyy">
                  <c:v>41194</c:v>
                </c:pt>
                <c:pt idx="27448" formatCode="m/d/yyyy">
                  <c:v>41195</c:v>
                </c:pt>
                <c:pt idx="27544" formatCode="m/d/yyyy">
                  <c:v>41196</c:v>
                </c:pt>
                <c:pt idx="27640" formatCode="m/d/yyyy">
                  <c:v>41197</c:v>
                </c:pt>
                <c:pt idx="27736" formatCode="m/d/yyyy">
                  <c:v>41198</c:v>
                </c:pt>
                <c:pt idx="27832" formatCode="m/d/yyyy">
                  <c:v>41199</c:v>
                </c:pt>
                <c:pt idx="27928" formatCode="m/d/yyyy">
                  <c:v>41200</c:v>
                </c:pt>
                <c:pt idx="28024" formatCode="m/d/yyyy">
                  <c:v>41201</c:v>
                </c:pt>
                <c:pt idx="28120" formatCode="m/d/yyyy">
                  <c:v>41202</c:v>
                </c:pt>
                <c:pt idx="28216" formatCode="m/d/yyyy">
                  <c:v>41203</c:v>
                </c:pt>
                <c:pt idx="28312" formatCode="m/d/yyyy">
                  <c:v>41204</c:v>
                </c:pt>
                <c:pt idx="28408" formatCode="m/d/yyyy">
                  <c:v>41205</c:v>
                </c:pt>
                <c:pt idx="28504" formatCode="m/d/yyyy">
                  <c:v>41206</c:v>
                </c:pt>
                <c:pt idx="28600" formatCode="m/d/yyyy">
                  <c:v>41207</c:v>
                </c:pt>
                <c:pt idx="28696" formatCode="m/d/yyyy">
                  <c:v>41208</c:v>
                </c:pt>
                <c:pt idx="28792" formatCode="m/d/yyyy">
                  <c:v>41209</c:v>
                </c:pt>
                <c:pt idx="28888" formatCode="m/d/yyyy">
                  <c:v>41210</c:v>
                </c:pt>
                <c:pt idx="28984" formatCode="m/d/yyyy">
                  <c:v>41211</c:v>
                </c:pt>
                <c:pt idx="29080" formatCode="m/d/yyyy">
                  <c:v>41212</c:v>
                </c:pt>
                <c:pt idx="29176" formatCode="m/d/yyyy">
                  <c:v>41213</c:v>
                </c:pt>
                <c:pt idx="29272" formatCode="m/d/yyyy">
                  <c:v>41214</c:v>
                </c:pt>
                <c:pt idx="29368" formatCode="m/d/yyyy">
                  <c:v>41215</c:v>
                </c:pt>
                <c:pt idx="29464" formatCode="m/d/yyyy">
                  <c:v>41216</c:v>
                </c:pt>
                <c:pt idx="29560" formatCode="m/d/yyyy">
                  <c:v>41217</c:v>
                </c:pt>
                <c:pt idx="29656" formatCode="m/d/yyyy">
                  <c:v>41218</c:v>
                </c:pt>
                <c:pt idx="29752" formatCode="m/d/yyyy">
                  <c:v>41219</c:v>
                </c:pt>
                <c:pt idx="29848" formatCode="m/d/yyyy">
                  <c:v>41220</c:v>
                </c:pt>
                <c:pt idx="29944" formatCode="m/d/yyyy">
                  <c:v>41221</c:v>
                </c:pt>
                <c:pt idx="30040" formatCode="m/d/yyyy">
                  <c:v>41222</c:v>
                </c:pt>
                <c:pt idx="30136" formatCode="m/d/yyyy">
                  <c:v>41223</c:v>
                </c:pt>
                <c:pt idx="30232" formatCode="m/d/yyyy">
                  <c:v>41224</c:v>
                </c:pt>
                <c:pt idx="30328" formatCode="m/d/yyyy">
                  <c:v>41225</c:v>
                </c:pt>
                <c:pt idx="30424" formatCode="m/d/yyyy">
                  <c:v>41226</c:v>
                </c:pt>
                <c:pt idx="30520" formatCode="m/d/yyyy">
                  <c:v>41227</c:v>
                </c:pt>
                <c:pt idx="30616" formatCode="m/d/yyyy">
                  <c:v>41228</c:v>
                </c:pt>
                <c:pt idx="30712" formatCode="m/d/yyyy">
                  <c:v>41229</c:v>
                </c:pt>
                <c:pt idx="30808" formatCode="m/d/yyyy">
                  <c:v>41230</c:v>
                </c:pt>
                <c:pt idx="30904" formatCode="m/d/yyyy">
                  <c:v>41231</c:v>
                </c:pt>
                <c:pt idx="31000" formatCode="m/d/yyyy">
                  <c:v>41232</c:v>
                </c:pt>
                <c:pt idx="31096" formatCode="m/d/yyyy">
                  <c:v>41233</c:v>
                </c:pt>
                <c:pt idx="31192" formatCode="m/d/yyyy">
                  <c:v>41234</c:v>
                </c:pt>
                <c:pt idx="31288" formatCode="m/d/yyyy">
                  <c:v>41235</c:v>
                </c:pt>
                <c:pt idx="31384" formatCode="m/d/yyyy">
                  <c:v>41236</c:v>
                </c:pt>
                <c:pt idx="31480" formatCode="m/d/yyyy">
                  <c:v>41237</c:v>
                </c:pt>
                <c:pt idx="31576" formatCode="m/d/yyyy">
                  <c:v>41238</c:v>
                </c:pt>
                <c:pt idx="31672" formatCode="m/d/yyyy">
                  <c:v>41239</c:v>
                </c:pt>
                <c:pt idx="31768" formatCode="m/d/yyyy">
                  <c:v>41240</c:v>
                </c:pt>
                <c:pt idx="31864" formatCode="m/d/yyyy">
                  <c:v>41241</c:v>
                </c:pt>
                <c:pt idx="31960" formatCode="m/d/yyyy">
                  <c:v>41242</c:v>
                </c:pt>
                <c:pt idx="32056" formatCode="m/d/yyyy">
                  <c:v>41243</c:v>
                </c:pt>
                <c:pt idx="32152" formatCode="m/d/yyyy">
                  <c:v>41244</c:v>
                </c:pt>
                <c:pt idx="32248" formatCode="m/d/yyyy">
                  <c:v>41245</c:v>
                </c:pt>
                <c:pt idx="32344" formatCode="m/d/yyyy">
                  <c:v>41246</c:v>
                </c:pt>
                <c:pt idx="32440" formatCode="m/d/yyyy">
                  <c:v>41247</c:v>
                </c:pt>
                <c:pt idx="32536" formatCode="m/d/yyyy">
                  <c:v>41248</c:v>
                </c:pt>
                <c:pt idx="32632" formatCode="m/d/yyyy">
                  <c:v>41249</c:v>
                </c:pt>
                <c:pt idx="32728" formatCode="m/d/yyyy">
                  <c:v>41250</c:v>
                </c:pt>
                <c:pt idx="32824" formatCode="m/d/yyyy">
                  <c:v>41251</c:v>
                </c:pt>
                <c:pt idx="32920" formatCode="m/d/yyyy">
                  <c:v>41252</c:v>
                </c:pt>
                <c:pt idx="33016" formatCode="m/d/yyyy">
                  <c:v>41253</c:v>
                </c:pt>
                <c:pt idx="33112" formatCode="m/d/yyyy">
                  <c:v>41254</c:v>
                </c:pt>
                <c:pt idx="33208" formatCode="m/d/yyyy">
                  <c:v>41255</c:v>
                </c:pt>
                <c:pt idx="33304" formatCode="m/d/yyyy">
                  <c:v>41256</c:v>
                </c:pt>
                <c:pt idx="33400" formatCode="m/d/yyyy">
                  <c:v>41257</c:v>
                </c:pt>
                <c:pt idx="33496" formatCode="m/d/yyyy">
                  <c:v>41258</c:v>
                </c:pt>
                <c:pt idx="33592" formatCode="m/d/yyyy">
                  <c:v>41259</c:v>
                </c:pt>
                <c:pt idx="33688" formatCode="m/d/yyyy">
                  <c:v>41260</c:v>
                </c:pt>
                <c:pt idx="33784" formatCode="m/d/yyyy">
                  <c:v>41261</c:v>
                </c:pt>
                <c:pt idx="33880" formatCode="m/d/yyyy">
                  <c:v>41262</c:v>
                </c:pt>
                <c:pt idx="33976" formatCode="m/d/yyyy">
                  <c:v>41263</c:v>
                </c:pt>
                <c:pt idx="34072" formatCode="m/d/yyyy">
                  <c:v>41264</c:v>
                </c:pt>
                <c:pt idx="34168" formatCode="m/d/yyyy">
                  <c:v>41265</c:v>
                </c:pt>
                <c:pt idx="34264" formatCode="m/d/yyyy">
                  <c:v>41266</c:v>
                </c:pt>
                <c:pt idx="34360" formatCode="m/d/yyyy">
                  <c:v>41267</c:v>
                </c:pt>
                <c:pt idx="34456" formatCode="m/d/yyyy">
                  <c:v>41268</c:v>
                </c:pt>
                <c:pt idx="34552" formatCode="m/d/yyyy">
                  <c:v>41269</c:v>
                </c:pt>
                <c:pt idx="34648" formatCode="m/d/yyyy">
                  <c:v>41270</c:v>
                </c:pt>
                <c:pt idx="34744" formatCode="m/d/yyyy">
                  <c:v>41271</c:v>
                </c:pt>
                <c:pt idx="34840" formatCode="m/d/yyyy">
                  <c:v>41272</c:v>
                </c:pt>
                <c:pt idx="34936" formatCode="m/d/yyyy">
                  <c:v>41273</c:v>
                </c:pt>
                <c:pt idx="35032" formatCode="m/d/yyyy">
                  <c:v>41274</c:v>
                </c:pt>
              </c:numCache>
            </c:numRef>
          </c:cat>
          <c:val>
            <c:numRef>
              <c:f>Data2012!$B$5:$B$35045</c:f>
              <c:numCache>
                <c:formatCode>General</c:formatCode>
                <c:ptCount val="35033"/>
                <c:pt idx="0" formatCode="0">
                  <c:v>498.18934377062516</c:v>
                </c:pt>
                <c:pt idx="96" formatCode="0">
                  <c:v>541.49259090427097</c:v>
                </c:pt>
                <c:pt idx="192" formatCode="0">
                  <c:v>562.43518924729165</c:v>
                </c:pt>
                <c:pt idx="288" formatCode="0">
                  <c:v>561.60162162750009</c:v>
                </c:pt>
                <c:pt idx="384" formatCode="0">
                  <c:v>576.00947888656299</c:v>
                </c:pt>
                <c:pt idx="480" formatCode="0">
                  <c:v>491.6615330377083</c:v>
                </c:pt>
                <c:pt idx="576" formatCode="0">
                  <c:v>521.15735371885398</c:v>
                </c:pt>
                <c:pt idx="672" formatCode="0">
                  <c:v>510.61788495354182</c:v>
                </c:pt>
                <c:pt idx="768" formatCode="0">
                  <c:v>574.9284146626045</c:v>
                </c:pt>
                <c:pt idx="864" formatCode="0">
                  <c:v>578.54925696062548</c:v>
                </c:pt>
                <c:pt idx="960" formatCode="0">
                  <c:v>588.6790841422918</c:v>
                </c:pt>
                <c:pt idx="1056" formatCode="0">
                  <c:v>614.28542073593769</c:v>
                </c:pt>
                <c:pt idx="1152" formatCode="0">
                  <c:v>600.78758875541644</c:v>
                </c:pt>
                <c:pt idx="1248" formatCode="0">
                  <c:v>542.1554479601042</c:v>
                </c:pt>
                <c:pt idx="1344" formatCode="0">
                  <c:v>528.12356694531252</c:v>
                </c:pt>
                <c:pt idx="1440" formatCode="0">
                  <c:v>603.6016581853122</c:v>
                </c:pt>
                <c:pt idx="1536" formatCode="0">
                  <c:v>617.27061271697903</c:v>
                </c:pt>
                <c:pt idx="1632" formatCode="0">
                  <c:v>620.63161722812515</c:v>
                </c:pt>
                <c:pt idx="1728" formatCode="0">
                  <c:v>633.61470858260441</c:v>
                </c:pt>
                <c:pt idx="1824" formatCode="0">
                  <c:v>641.63769944489582</c:v>
                </c:pt>
                <c:pt idx="1920" formatCode="0">
                  <c:v>624.2618920007294</c:v>
                </c:pt>
                <c:pt idx="2016" formatCode="0">
                  <c:v>584.45501391062498</c:v>
                </c:pt>
                <c:pt idx="2112" formatCode="0">
                  <c:v>614.65932909677042</c:v>
                </c:pt>
                <c:pt idx="2208" formatCode="0">
                  <c:v>622.7821448640625</c:v>
                </c:pt>
                <c:pt idx="2304" formatCode="0">
                  <c:v>617.23057969406284</c:v>
                </c:pt>
                <c:pt idx="2400" formatCode="0">
                  <c:v>615.06382687895837</c:v>
                </c:pt>
                <c:pt idx="2496" formatCode="0">
                  <c:v>618.7837905886463</c:v>
                </c:pt>
                <c:pt idx="2592" formatCode="0">
                  <c:v>558.9343875245836</c:v>
                </c:pt>
                <c:pt idx="2688" formatCode="0">
                  <c:v>541.881904601771</c:v>
                </c:pt>
                <c:pt idx="2784" formatCode="0">
                  <c:v>637.5166905716668</c:v>
                </c:pt>
                <c:pt idx="2880" formatCode="0">
                  <c:v>614.76679007229154</c:v>
                </c:pt>
                <c:pt idx="2976" formatCode="0">
                  <c:v>626.33972009072909</c:v>
                </c:pt>
                <c:pt idx="3072" formatCode="0">
                  <c:v>623.10045655583349</c:v>
                </c:pt>
                <c:pt idx="3168" formatCode="0">
                  <c:v>592.36081250510438</c:v>
                </c:pt>
                <c:pt idx="3264" formatCode="0">
                  <c:v>519.94984404249999</c:v>
                </c:pt>
                <c:pt idx="3360" formatCode="0">
                  <c:v>475.44198608406265</c:v>
                </c:pt>
                <c:pt idx="3456" formatCode="0">
                  <c:v>579.53689511635423</c:v>
                </c:pt>
                <c:pt idx="3552" formatCode="0">
                  <c:v>596.30095227593768</c:v>
                </c:pt>
                <c:pt idx="3648" formatCode="0">
                  <c:v>585.49333635937512</c:v>
                </c:pt>
                <c:pt idx="3744" formatCode="0">
                  <c:v>592.512180010208</c:v>
                </c:pt>
                <c:pt idx="3840" formatCode="0">
                  <c:v>570.67938454979276</c:v>
                </c:pt>
                <c:pt idx="3936" formatCode="0">
                  <c:v>518.11155382812501</c:v>
                </c:pt>
                <c:pt idx="4032" formatCode="0">
                  <c:v>486.33378028916678</c:v>
                </c:pt>
                <c:pt idx="4128" formatCode="0">
                  <c:v>547.07707023604189</c:v>
                </c:pt>
                <c:pt idx="4224" formatCode="0">
                  <c:v>571.44525305499997</c:v>
                </c:pt>
                <c:pt idx="4320" formatCode="0">
                  <c:v>558.20256869010439</c:v>
                </c:pt>
                <c:pt idx="4416" formatCode="0">
                  <c:v>554.09347184489638</c:v>
                </c:pt>
                <c:pt idx="4512" formatCode="0">
                  <c:v>581.2428649261459</c:v>
                </c:pt>
                <c:pt idx="4608" formatCode="0">
                  <c:v>548.83511765822902</c:v>
                </c:pt>
                <c:pt idx="4704" formatCode="0">
                  <c:v>520.21043300625035</c:v>
                </c:pt>
                <c:pt idx="4800" formatCode="0">
                  <c:v>594.77135276812544</c:v>
                </c:pt>
                <c:pt idx="4896" formatCode="0">
                  <c:v>589.23981698385421</c:v>
                </c:pt>
                <c:pt idx="4992" formatCode="0">
                  <c:v>597.49485969572879</c:v>
                </c:pt>
                <c:pt idx="5088" formatCode="0">
                  <c:v>570.86376508124988</c:v>
                </c:pt>
                <c:pt idx="5184" formatCode="0">
                  <c:v>546.81507905333331</c:v>
                </c:pt>
                <c:pt idx="5280" formatCode="0">
                  <c:v>486.15130074822923</c:v>
                </c:pt>
                <c:pt idx="5376" formatCode="0">
                  <c:v>443.20169544208318</c:v>
                </c:pt>
                <c:pt idx="5472" formatCode="0">
                  <c:v>462.33250490802078</c:v>
                </c:pt>
                <c:pt idx="5568" formatCode="0">
                  <c:v>573.15997473406253</c:v>
                </c:pt>
                <c:pt idx="5664" formatCode="0">
                  <c:v>616.73906040177087</c:v>
                </c:pt>
                <c:pt idx="5760" formatCode="0">
                  <c:v>616.97435188250006</c:v>
                </c:pt>
                <c:pt idx="5856" formatCode="0">
                  <c:v>588.93545405062503</c:v>
                </c:pt>
                <c:pt idx="5952" formatCode="0">
                  <c:v>520.50578117375039</c:v>
                </c:pt>
                <c:pt idx="6048" formatCode="0">
                  <c:v>476.3405087785415</c:v>
                </c:pt>
                <c:pt idx="6144" formatCode="0">
                  <c:v>542.9186124804163</c:v>
                </c:pt>
                <c:pt idx="6240" formatCode="0">
                  <c:v>566.36173820520821</c:v>
                </c:pt>
                <c:pt idx="6336" formatCode="0">
                  <c:v>530.99351151760436</c:v>
                </c:pt>
                <c:pt idx="6432" formatCode="0">
                  <c:v>514.80591106354188</c:v>
                </c:pt>
                <c:pt idx="6528" formatCode="0">
                  <c:v>481.16522884343755</c:v>
                </c:pt>
                <c:pt idx="6624" formatCode="0">
                  <c:v>425.16414324416672</c:v>
                </c:pt>
                <c:pt idx="6720" formatCode="0">
                  <c:v>413.50952911427095</c:v>
                </c:pt>
                <c:pt idx="6816" formatCode="0">
                  <c:v>476.55270163270842</c:v>
                </c:pt>
                <c:pt idx="6912" formatCode="0">
                  <c:v>481.96131833427063</c:v>
                </c:pt>
                <c:pt idx="7008" formatCode="0">
                  <c:v>492.14078934989578</c:v>
                </c:pt>
                <c:pt idx="7104" formatCode="0">
                  <c:v>493.61714649208329</c:v>
                </c:pt>
                <c:pt idx="7200" formatCode="0">
                  <c:v>530.21014817552089</c:v>
                </c:pt>
                <c:pt idx="7296" formatCode="0">
                  <c:v>484.52204958677083</c:v>
                </c:pt>
                <c:pt idx="7392" formatCode="0">
                  <c:v>438.92883872958316</c:v>
                </c:pt>
                <c:pt idx="7488" formatCode="0">
                  <c:v>492.8562437690623</c:v>
                </c:pt>
                <c:pt idx="7584" formatCode="0">
                  <c:v>479.60445054375026</c:v>
                </c:pt>
                <c:pt idx="7680" formatCode="0">
                  <c:v>460.04385058052088</c:v>
                </c:pt>
                <c:pt idx="7776" formatCode="0">
                  <c:v>458.20079994177098</c:v>
                </c:pt>
                <c:pt idx="7872" formatCode="0">
                  <c:v>457.19510618791656</c:v>
                </c:pt>
                <c:pt idx="7968" formatCode="0">
                  <c:v>420.09268633562505</c:v>
                </c:pt>
                <c:pt idx="8064" formatCode="0">
                  <c:v>380.63934525152183</c:v>
                </c:pt>
                <c:pt idx="8156" formatCode="0">
                  <c:v>447.84976259854153</c:v>
                </c:pt>
                <c:pt idx="8248" formatCode="0">
                  <c:v>453.1344350181252</c:v>
                </c:pt>
                <c:pt idx="8344" formatCode="0">
                  <c:v>454.02677472385426</c:v>
                </c:pt>
                <c:pt idx="8440" formatCode="0">
                  <c:v>472.8061803178125</c:v>
                </c:pt>
                <c:pt idx="8536" formatCode="0">
                  <c:v>465.14626185083364</c:v>
                </c:pt>
                <c:pt idx="8632" formatCode="0">
                  <c:v>428.27607250177061</c:v>
                </c:pt>
                <c:pt idx="8728" formatCode="0">
                  <c:v>417.97246805781231</c:v>
                </c:pt>
                <c:pt idx="8824" formatCode="0">
                  <c:v>460.72926330541674</c:v>
                </c:pt>
                <c:pt idx="8920" formatCode="0">
                  <c:v>451.81110572843738</c:v>
                </c:pt>
                <c:pt idx="9016" formatCode="0">
                  <c:v>366.74361499083346</c:v>
                </c:pt>
                <c:pt idx="9112" formatCode="0">
                  <c:v>450.65818087333395</c:v>
                </c:pt>
                <c:pt idx="9208" formatCode="0">
                  <c:v>440.17566553749981</c:v>
                </c:pt>
                <c:pt idx="9304" formatCode="0">
                  <c:v>411.94255256687495</c:v>
                </c:pt>
                <c:pt idx="9400" formatCode="0">
                  <c:v>380.07292970041652</c:v>
                </c:pt>
                <c:pt idx="9496" formatCode="0">
                  <c:v>444.44475078593752</c:v>
                </c:pt>
                <c:pt idx="9592" formatCode="0">
                  <c:v>460.91833178249982</c:v>
                </c:pt>
                <c:pt idx="9688" formatCode="0">
                  <c:v>461.06706078812505</c:v>
                </c:pt>
                <c:pt idx="9784" formatCode="0">
                  <c:v>445.07568200489612</c:v>
                </c:pt>
                <c:pt idx="9880" formatCode="0">
                  <c:v>407.6256491347919</c:v>
                </c:pt>
                <c:pt idx="9976" formatCode="0">
                  <c:v>423.28237692541649</c:v>
                </c:pt>
                <c:pt idx="10072" formatCode="0">
                  <c:v>360.4140888848961</c:v>
                </c:pt>
                <c:pt idx="10168" formatCode="0">
                  <c:v>362.47439765937486</c:v>
                </c:pt>
                <c:pt idx="10264" formatCode="0">
                  <c:v>399.71614805812453</c:v>
                </c:pt>
                <c:pt idx="10360" formatCode="0">
                  <c:v>446.48593235052078</c:v>
                </c:pt>
                <c:pt idx="10456" formatCode="0">
                  <c:v>438.78872458114569</c:v>
                </c:pt>
                <c:pt idx="10552" formatCode="0">
                  <c:v>443.4328422546875</c:v>
                </c:pt>
                <c:pt idx="10648" formatCode="0">
                  <c:v>407.97792593604174</c:v>
                </c:pt>
                <c:pt idx="10744" formatCode="0">
                  <c:v>375.49426174145827</c:v>
                </c:pt>
                <c:pt idx="10840" formatCode="0">
                  <c:v>432.97788937947911</c:v>
                </c:pt>
                <c:pt idx="10936" formatCode="0">
                  <c:v>438.50712617322921</c:v>
                </c:pt>
                <c:pt idx="11032" formatCode="0">
                  <c:v>435.19701449156253</c:v>
                </c:pt>
                <c:pt idx="11128" formatCode="0">
                  <c:v>444.66704718208371</c:v>
                </c:pt>
                <c:pt idx="11224" formatCode="0">
                  <c:v>445.50486342072924</c:v>
                </c:pt>
                <c:pt idx="11320" formatCode="0">
                  <c:v>417.15274270385436</c:v>
                </c:pt>
                <c:pt idx="11416" formatCode="0">
                  <c:v>388.83780288729162</c:v>
                </c:pt>
                <c:pt idx="11512" formatCode="0">
                  <c:v>461.56900755562509</c:v>
                </c:pt>
                <c:pt idx="11608" formatCode="0">
                  <c:v>411.63419850666673</c:v>
                </c:pt>
                <c:pt idx="11704" formatCode="0">
                  <c:v>475.96989282000021</c:v>
                </c:pt>
                <c:pt idx="11800" formatCode="0">
                  <c:v>465.05317942343743</c:v>
                </c:pt>
                <c:pt idx="11896" formatCode="0">
                  <c:v>456.42933019010405</c:v>
                </c:pt>
                <c:pt idx="11992" formatCode="0">
                  <c:v>412.9648879370834</c:v>
                </c:pt>
                <c:pt idx="12088" formatCode="0">
                  <c:v>383.64333788583355</c:v>
                </c:pt>
                <c:pt idx="12184" formatCode="0">
                  <c:v>460.46104590052084</c:v>
                </c:pt>
                <c:pt idx="12280" formatCode="0">
                  <c:v>475.51405270885397</c:v>
                </c:pt>
                <c:pt idx="12376" formatCode="0">
                  <c:v>479.22082519552094</c:v>
                </c:pt>
                <c:pt idx="12472" formatCode="0">
                  <c:v>491.29356797520813</c:v>
                </c:pt>
                <c:pt idx="12568" formatCode="0">
                  <c:v>492.09244823427093</c:v>
                </c:pt>
                <c:pt idx="12664" formatCode="0">
                  <c:v>446.38099892916688</c:v>
                </c:pt>
                <c:pt idx="12760" formatCode="0">
                  <c:v>411.37458388010401</c:v>
                </c:pt>
                <c:pt idx="12856" formatCode="0">
                  <c:v>476.68011474635398</c:v>
                </c:pt>
                <c:pt idx="12952" formatCode="0">
                  <c:v>479.56252892812523</c:v>
                </c:pt>
                <c:pt idx="13048" formatCode="0">
                  <c:v>471.88988653822935</c:v>
                </c:pt>
                <c:pt idx="13144" formatCode="0">
                  <c:v>479.2287645338543</c:v>
                </c:pt>
                <c:pt idx="13240" formatCode="0">
                  <c:v>473.69072914135427</c:v>
                </c:pt>
                <c:pt idx="13336" formatCode="0">
                  <c:v>435.58207225833354</c:v>
                </c:pt>
                <c:pt idx="13432" formatCode="0">
                  <c:v>399.14219029697921</c:v>
                </c:pt>
                <c:pt idx="13528" formatCode="0">
                  <c:v>468.57968457531274</c:v>
                </c:pt>
                <c:pt idx="13624" formatCode="0">
                  <c:v>483.09852822604131</c:v>
                </c:pt>
                <c:pt idx="13720" formatCode="0">
                  <c:v>483.26980876937495</c:v>
                </c:pt>
                <c:pt idx="13816" formatCode="0">
                  <c:v>486.08375867187476</c:v>
                </c:pt>
                <c:pt idx="13912" formatCode="0">
                  <c:v>483.81418100968745</c:v>
                </c:pt>
                <c:pt idx="14008" formatCode="0">
                  <c:v>439.6923758190627</c:v>
                </c:pt>
                <c:pt idx="14104" formatCode="0">
                  <c:v>414.28370507531253</c:v>
                </c:pt>
                <c:pt idx="14200" formatCode="0">
                  <c:v>488.51298968010428</c:v>
                </c:pt>
                <c:pt idx="14296" formatCode="0">
                  <c:v>502.81547292114595</c:v>
                </c:pt>
                <c:pt idx="14392" formatCode="0">
                  <c:v>494.99882316593761</c:v>
                </c:pt>
                <c:pt idx="14488" formatCode="0">
                  <c:v>500.1430400212501</c:v>
                </c:pt>
                <c:pt idx="14584" formatCode="0">
                  <c:v>488.06951141406279</c:v>
                </c:pt>
                <c:pt idx="14680" formatCode="0">
                  <c:v>458.97166951510411</c:v>
                </c:pt>
                <c:pt idx="14776" formatCode="0">
                  <c:v>423.71623134635405</c:v>
                </c:pt>
                <c:pt idx="14872" formatCode="0">
                  <c:v>430.02324199656249</c:v>
                </c:pt>
                <c:pt idx="14968" formatCode="0">
                  <c:v>508.93194134999959</c:v>
                </c:pt>
                <c:pt idx="15064" formatCode="0">
                  <c:v>515.24292055729222</c:v>
                </c:pt>
                <c:pt idx="15160" formatCode="0">
                  <c:v>521.17099793760462</c:v>
                </c:pt>
                <c:pt idx="15256" formatCode="0">
                  <c:v>533.7226966219788</c:v>
                </c:pt>
                <c:pt idx="15352" formatCode="0">
                  <c:v>498.58461920427055</c:v>
                </c:pt>
                <c:pt idx="15448" formatCode="0">
                  <c:v>476.08117834729143</c:v>
                </c:pt>
                <c:pt idx="15544" formatCode="0">
                  <c:v>578.567473729271</c:v>
                </c:pt>
                <c:pt idx="15640" formatCode="0">
                  <c:v>578.54495302822943</c:v>
                </c:pt>
                <c:pt idx="15736" formatCode="0">
                  <c:v>584.79714552593725</c:v>
                </c:pt>
                <c:pt idx="15832" formatCode="0">
                  <c:v>609.49143695906264</c:v>
                </c:pt>
                <c:pt idx="15928" formatCode="0">
                  <c:v>635.25867811864612</c:v>
                </c:pt>
                <c:pt idx="16024" formatCode="0">
                  <c:v>599.4964853922919</c:v>
                </c:pt>
                <c:pt idx="16120" formatCode="0">
                  <c:v>556.06395530635405</c:v>
                </c:pt>
                <c:pt idx="16216" formatCode="0">
                  <c:v>678.92233371729174</c:v>
                </c:pt>
                <c:pt idx="16312" formatCode="0">
                  <c:v>681.98399798072967</c:v>
                </c:pt>
                <c:pt idx="16408" formatCode="0">
                  <c:v>665.32124614729139</c:v>
                </c:pt>
                <c:pt idx="16504" formatCode="0">
                  <c:v>665.97236251812524</c:v>
                </c:pt>
                <c:pt idx="16600" formatCode="0">
                  <c:v>627.06713517499975</c:v>
                </c:pt>
                <c:pt idx="16696" formatCode="0">
                  <c:v>573.99202346843742</c:v>
                </c:pt>
                <c:pt idx="16792" formatCode="0">
                  <c:v>532.91877174364652</c:v>
                </c:pt>
                <c:pt idx="16888" formatCode="0">
                  <c:v>664.07290585843782</c:v>
                </c:pt>
                <c:pt idx="16984" formatCode="0">
                  <c:v>684.517636298958</c:v>
                </c:pt>
                <c:pt idx="17080" formatCode="0">
                  <c:v>675.62929598499977</c:v>
                </c:pt>
                <c:pt idx="17176" formatCode="0">
                  <c:v>684.65376122791702</c:v>
                </c:pt>
                <c:pt idx="17272" formatCode="0">
                  <c:v>687.12344042458324</c:v>
                </c:pt>
                <c:pt idx="17368" formatCode="0">
                  <c:v>612.30091985093702</c:v>
                </c:pt>
                <c:pt idx="17464" formatCode="0">
                  <c:v>558.97887961114645</c:v>
                </c:pt>
                <c:pt idx="17560" formatCode="0">
                  <c:v>655.4494695663542</c:v>
                </c:pt>
                <c:pt idx="17656" formatCode="0">
                  <c:v>626.89794158947927</c:v>
                </c:pt>
                <c:pt idx="17752" formatCode="0">
                  <c:v>624.70408789375017</c:v>
                </c:pt>
                <c:pt idx="17848" formatCode="0">
                  <c:v>653.73596127843746</c:v>
                </c:pt>
                <c:pt idx="17944" formatCode="0">
                  <c:v>679.62603378312463</c:v>
                </c:pt>
                <c:pt idx="18040" formatCode="0">
                  <c:v>627.73526541406238</c:v>
                </c:pt>
                <c:pt idx="18136" formatCode="0">
                  <c:v>585.57314872749998</c:v>
                </c:pt>
                <c:pt idx="18232" formatCode="0">
                  <c:v>698.2855981195836</c:v>
                </c:pt>
                <c:pt idx="18328" formatCode="0">
                  <c:v>707.10145219249955</c:v>
                </c:pt>
                <c:pt idx="18424" formatCode="0">
                  <c:v>704.46769777927045</c:v>
                </c:pt>
                <c:pt idx="18520" formatCode="0">
                  <c:v>724.19185892750022</c:v>
                </c:pt>
                <c:pt idx="18616" formatCode="0">
                  <c:v>734.56199328093726</c:v>
                </c:pt>
                <c:pt idx="18712" formatCode="0">
                  <c:v>681.08129342427117</c:v>
                </c:pt>
                <c:pt idx="18808" formatCode="0">
                  <c:v>653.622299830104</c:v>
                </c:pt>
                <c:pt idx="18904" formatCode="0">
                  <c:v>787.28062820458342</c:v>
                </c:pt>
                <c:pt idx="19000" formatCode="0">
                  <c:v>794.07649485260401</c:v>
                </c:pt>
                <c:pt idx="19096" formatCode="0">
                  <c:v>800.098923364896</c:v>
                </c:pt>
                <c:pt idx="19192" formatCode="0">
                  <c:v>816.91894849114612</c:v>
                </c:pt>
                <c:pt idx="19288" formatCode="0">
                  <c:v>806.9913043977084</c:v>
                </c:pt>
                <c:pt idx="19384" formatCode="0">
                  <c:v>695.9136511490625</c:v>
                </c:pt>
                <c:pt idx="19480" formatCode="0">
                  <c:v>619.2800070451043</c:v>
                </c:pt>
                <c:pt idx="19576" formatCode="0">
                  <c:v>730.35751088447819</c:v>
                </c:pt>
                <c:pt idx="19672" formatCode="0">
                  <c:v>742.30371856708371</c:v>
                </c:pt>
                <c:pt idx="19768" formatCode="0">
                  <c:v>753.88779131593719</c:v>
                </c:pt>
                <c:pt idx="19864" formatCode="0">
                  <c:v>790.58627192218773</c:v>
                </c:pt>
                <c:pt idx="19960" formatCode="0">
                  <c:v>785.28543217947981</c:v>
                </c:pt>
                <c:pt idx="20056" formatCode="0">
                  <c:v>691.96123695343738</c:v>
                </c:pt>
                <c:pt idx="20152" formatCode="0">
                  <c:v>634.71962293010461</c:v>
                </c:pt>
                <c:pt idx="20248" formatCode="0">
                  <c:v>751.93130874604185</c:v>
                </c:pt>
                <c:pt idx="20344" formatCode="0">
                  <c:v>764.29249572729157</c:v>
                </c:pt>
                <c:pt idx="20440" formatCode="0">
                  <c:v>733.20405133604174</c:v>
                </c:pt>
                <c:pt idx="20536" formatCode="0">
                  <c:v>721.45661417645817</c:v>
                </c:pt>
                <c:pt idx="20632" formatCode="0">
                  <c:v>698.85484441083349</c:v>
                </c:pt>
                <c:pt idx="20728" formatCode="0">
                  <c:v>622.77023824083369</c:v>
                </c:pt>
                <c:pt idx="20824" formatCode="0">
                  <c:v>599.16092967999941</c:v>
                </c:pt>
                <c:pt idx="20920" formatCode="0">
                  <c:v>736.10080591843769</c:v>
                </c:pt>
                <c:pt idx="21016" formatCode="0">
                  <c:v>749.90653419499938</c:v>
                </c:pt>
                <c:pt idx="21112" formatCode="0">
                  <c:v>738.75471242218782</c:v>
                </c:pt>
                <c:pt idx="21208" formatCode="0">
                  <c:v>751.00377019239602</c:v>
                </c:pt>
                <c:pt idx="21304" formatCode="0">
                  <c:v>752.7397537234375</c:v>
                </c:pt>
                <c:pt idx="21400" formatCode="0">
                  <c:v>686.57218233760454</c:v>
                </c:pt>
                <c:pt idx="21496" formatCode="0">
                  <c:v>615.21051597656276</c:v>
                </c:pt>
                <c:pt idx="21592" formatCode="0">
                  <c:v>673.276079495521</c:v>
                </c:pt>
                <c:pt idx="21688" formatCode="0">
                  <c:v>636.39301490781281</c:v>
                </c:pt>
                <c:pt idx="21784" formatCode="0">
                  <c:v>555.69734191906264</c:v>
                </c:pt>
                <c:pt idx="21880" formatCode="0">
                  <c:v>643.66690858197887</c:v>
                </c:pt>
                <c:pt idx="21976" formatCode="0">
                  <c:v>665.32613531739582</c:v>
                </c:pt>
                <c:pt idx="22072" formatCode="0">
                  <c:v>626.1363143917705</c:v>
                </c:pt>
                <c:pt idx="22168" formatCode="0">
                  <c:v>590.49901326520842</c:v>
                </c:pt>
                <c:pt idx="22264" formatCode="0">
                  <c:v>689.23754692124987</c:v>
                </c:pt>
                <c:pt idx="22360" formatCode="0">
                  <c:v>680.44706408124921</c:v>
                </c:pt>
                <c:pt idx="22456" formatCode="0">
                  <c:v>668.10741011239588</c:v>
                </c:pt>
                <c:pt idx="22552" formatCode="0">
                  <c:v>695.23260275541622</c:v>
                </c:pt>
                <c:pt idx="22648" formatCode="0">
                  <c:v>703.2207355498964</c:v>
                </c:pt>
                <c:pt idx="22744" formatCode="0">
                  <c:v>646.66180864947921</c:v>
                </c:pt>
                <c:pt idx="22840" formatCode="0">
                  <c:v>593.49211088833283</c:v>
                </c:pt>
                <c:pt idx="22936" formatCode="0">
                  <c:v>692.54996554052104</c:v>
                </c:pt>
                <c:pt idx="23032" formatCode="0">
                  <c:v>690.86292934395794</c:v>
                </c:pt>
                <c:pt idx="23128" formatCode="0">
                  <c:v>668.62330754572952</c:v>
                </c:pt>
                <c:pt idx="23224" formatCode="0">
                  <c:v>674.38516044697906</c:v>
                </c:pt>
                <c:pt idx="23320" formatCode="0">
                  <c:v>641.20272254937549</c:v>
                </c:pt>
                <c:pt idx="23416" formatCode="0">
                  <c:v>580.07368818937505</c:v>
                </c:pt>
                <c:pt idx="23512" formatCode="0">
                  <c:v>540.23549429531261</c:v>
                </c:pt>
                <c:pt idx="23608" formatCode="0">
                  <c:v>672.90909608208347</c:v>
                </c:pt>
                <c:pt idx="23704" formatCode="0">
                  <c:v>686.77008883135454</c:v>
                </c:pt>
                <c:pt idx="23800" formatCode="0">
                  <c:v>690.64446926125061</c:v>
                </c:pt>
                <c:pt idx="23896" formatCode="0">
                  <c:v>695.08673572531268</c:v>
                </c:pt>
                <c:pt idx="23992" formatCode="0">
                  <c:v>669.3318783444787</c:v>
                </c:pt>
                <c:pt idx="24088" formatCode="0">
                  <c:v>582.63660558072877</c:v>
                </c:pt>
                <c:pt idx="24184" formatCode="0">
                  <c:v>529.7172603607288</c:v>
                </c:pt>
                <c:pt idx="24280" formatCode="0">
                  <c:v>648.76813379906253</c:v>
                </c:pt>
                <c:pt idx="24376" formatCode="0">
                  <c:v>649.66872692145807</c:v>
                </c:pt>
                <c:pt idx="24472" formatCode="0">
                  <c:v>632.49967352531269</c:v>
                </c:pt>
                <c:pt idx="24568" formatCode="0">
                  <c:v>598.87159284000006</c:v>
                </c:pt>
                <c:pt idx="24664" formatCode="0">
                  <c:v>584.35244147010383</c:v>
                </c:pt>
                <c:pt idx="24760" formatCode="0">
                  <c:v>548.04376157166689</c:v>
                </c:pt>
                <c:pt idx="24856" formatCode="0">
                  <c:v>514.83866882302027</c:v>
                </c:pt>
                <c:pt idx="24952" formatCode="0">
                  <c:v>599.12353388468762</c:v>
                </c:pt>
                <c:pt idx="25048" formatCode="0">
                  <c:v>601.62435626989634</c:v>
                </c:pt>
                <c:pt idx="25144" formatCode="0">
                  <c:v>576.40919526406253</c:v>
                </c:pt>
                <c:pt idx="25240" formatCode="0">
                  <c:v>576.58765061708345</c:v>
                </c:pt>
                <c:pt idx="25336" formatCode="0">
                  <c:v>570.86045996302039</c:v>
                </c:pt>
                <c:pt idx="25432" formatCode="0">
                  <c:v>518.66380627947922</c:v>
                </c:pt>
                <c:pt idx="25528" formatCode="0">
                  <c:v>464.83825461052066</c:v>
                </c:pt>
                <c:pt idx="25624" formatCode="0">
                  <c:v>553.79228560187505</c:v>
                </c:pt>
                <c:pt idx="25720" formatCode="0">
                  <c:v>562.46037642177089</c:v>
                </c:pt>
                <c:pt idx="25816" formatCode="0">
                  <c:v>557.90438270593745</c:v>
                </c:pt>
                <c:pt idx="25912" formatCode="0">
                  <c:v>563.63951587687529</c:v>
                </c:pt>
                <c:pt idx="26008" formatCode="0">
                  <c:v>561.49481741645809</c:v>
                </c:pt>
                <c:pt idx="26104" formatCode="0">
                  <c:v>512.84588750197918</c:v>
                </c:pt>
                <c:pt idx="26200" formatCode="0">
                  <c:v>468.91526826239584</c:v>
                </c:pt>
                <c:pt idx="26296" formatCode="0">
                  <c:v>503.43415673541671</c:v>
                </c:pt>
                <c:pt idx="26392" formatCode="0">
                  <c:v>590.45295619927037</c:v>
                </c:pt>
                <c:pt idx="26488" formatCode="0">
                  <c:v>572.92441813156267</c:v>
                </c:pt>
                <c:pt idx="26584" formatCode="0">
                  <c:v>568.19831434937544</c:v>
                </c:pt>
                <c:pt idx="26680" formatCode="0">
                  <c:v>539.21383762375024</c:v>
                </c:pt>
                <c:pt idx="26776" formatCode="0">
                  <c:v>469.00083700843726</c:v>
                </c:pt>
                <c:pt idx="26872" formatCode="0">
                  <c:v>433.99469248437504</c:v>
                </c:pt>
                <c:pt idx="26968" formatCode="0">
                  <c:v>497.16789722479183</c:v>
                </c:pt>
                <c:pt idx="27064" formatCode="0">
                  <c:v>493.42040411624993</c:v>
                </c:pt>
                <c:pt idx="27160" formatCode="0">
                  <c:v>484.50403785770851</c:v>
                </c:pt>
                <c:pt idx="27256" formatCode="0">
                  <c:v>474.89722061145852</c:v>
                </c:pt>
                <c:pt idx="27352" formatCode="0">
                  <c:v>487.5745023097918</c:v>
                </c:pt>
                <c:pt idx="27448" formatCode="0">
                  <c:v>446.33520921062478</c:v>
                </c:pt>
                <c:pt idx="27544" formatCode="0">
                  <c:v>414.11299196895828</c:v>
                </c:pt>
                <c:pt idx="27640" formatCode="0">
                  <c:v>493.17012945822893</c:v>
                </c:pt>
                <c:pt idx="27736" formatCode="0">
                  <c:v>502.01319917052075</c:v>
                </c:pt>
                <c:pt idx="27832" formatCode="0">
                  <c:v>497.53182315854195</c:v>
                </c:pt>
                <c:pt idx="27928" formatCode="0">
                  <c:v>508.15094661729182</c:v>
                </c:pt>
                <c:pt idx="28024" formatCode="0">
                  <c:v>514.52991580916671</c:v>
                </c:pt>
                <c:pt idx="28120" formatCode="0">
                  <c:v>467.82199223833362</c:v>
                </c:pt>
                <c:pt idx="28216" formatCode="0">
                  <c:v>430.60507170364605</c:v>
                </c:pt>
                <c:pt idx="28312" formatCode="0">
                  <c:v>499.95984299989578</c:v>
                </c:pt>
                <c:pt idx="28408" formatCode="0">
                  <c:v>479.93722502385418</c:v>
                </c:pt>
                <c:pt idx="28504" formatCode="0">
                  <c:v>457.75188446072912</c:v>
                </c:pt>
                <c:pt idx="28600" formatCode="0">
                  <c:v>459.44011020666625</c:v>
                </c:pt>
                <c:pt idx="28696" formatCode="0">
                  <c:v>443.08690706916673</c:v>
                </c:pt>
                <c:pt idx="28792" formatCode="0">
                  <c:v>407.52451070124988</c:v>
                </c:pt>
                <c:pt idx="28888" formatCode="0">
                  <c:v>373.65577189125008</c:v>
                </c:pt>
                <c:pt idx="28984" formatCode="0">
                  <c:v>443.23327223447899</c:v>
                </c:pt>
                <c:pt idx="29080" formatCode="0">
                  <c:v>449.84700202968764</c:v>
                </c:pt>
                <c:pt idx="29176" formatCode="0">
                  <c:v>450.00535329156236</c:v>
                </c:pt>
                <c:pt idx="29272" formatCode="0">
                  <c:v>455.72493553145836</c:v>
                </c:pt>
                <c:pt idx="29368" formatCode="0">
                  <c:v>454.34090105666667</c:v>
                </c:pt>
                <c:pt idx="29464" formatCode="0">
                  <c:v>414.18920453427074</c:v>
                </c:pt>
                <c:pt idx="29560" formatCode="0">
                  <c:v>378.49033673593738</c:v>
                </c:pt>
                <c:pt idx="29656" formatCode="0">
                  <c:v>448.19200134239566</c:v>
                </c:pt>
                <c:pt idx="29752" formatCode="0">
                  <c:v>451.47846984843727</c:v>
                </c:pt>
                <c:pt idx="29848" formatCode="0">
                  <c:v>436.43947982822891</c:v>
                </c:pt>
                <c:pt idx="29944" formatCode="0">
                  <c:v>427.01720460281246</c:v>
                </c:pt>
                <c:pt idx="30040" formatCode="0">
                  <c:v>435.43162727375011</c:v>
                </c:pt>
                <c:pt idx="30136" formatCode="0">
                  <c:v>400.21363608041662</c:v>
                </c:pt>
                <c:pt idx="30232" formatCode="0">
                  <c:v>368.60769176510422</c:v>
                </c:pt>
                <c:pt idx="30328" formatCode="0">
                  <c:v>414.3026059464583</c:v>
                </c:pt>
                <c:pt idx="30424" formatCode="0">
                  <c:v>418.62163321187506</c:v>
                </c:pt>
                <c:pt idx="30520" formatCode="0">
                  <c:v>416.57707277958326</c:v>
                </c:pt>
                <c:pt idx="30616" formatCode="0">
                  <c:v>426.74614047979168</c:v>
                </c:pt>
                <c:pt idx="30712" formatCode="0">
                  <c:v>426.62127876343743</c:v>
                </c:pt>
                <c:pt idx="30808" formatCode="0">
                  <c:v>391.88048966718731</c:v>
                </c:pt>
                <c:pt idx="30904" formatCode="0">
                  <c:v>368.71925004354176</c:v>
                </c:pt>
                <c:pt idx="31000" formatCode="0">
                  <c:v>418.32292143489576</c:v>
                </c:pt>
                <c:pt idx="31096" formatCode="0">
                  <c:v>417.76398754124995</c:v>
                </c:pt>
                <c:pt idx="31192" formatCode="0">
                  <c:v>417.51269944479174</c:v>
                </c:pt>
                <c:pt idx="31288" formatCode="0">
                  <c:v>434.41130765302074</c:v>
                </c:pt>
                <c:pt idx="31384" formatCode="0">
                  <c:v>425.79978116281228</c:v>
                </c:pt>
                <c:pt idx="31480" formatCode="0">
                  <c:v>388.05939960531242</c:v>
                </c:pt>
                <c:pt idx="31576" formatCode="0">
                  <c:v>355.35922972343758</c:v>
                </c:pt>
                <c:pt idx="31672" formatCode="0">
                  <c:v>424.96309947927051</c:v>
                </c:pt>
                <c:pt idx="31768" formatCode="0">
                  <c:v>434.38092708614596</c:v>
                </c:pt>
                <c:pt idx="31864" formatCode="0">
                  <c:v>439.48027928656251</c:v>
                </c:pt>
                <c:pt idx="31960" formatCode="0">
                  <c:v>436.91617838520807</c:v>
                </c:pt>
                <c:pt idx="32056" formatCode="0">
                  <c:v>422.83566761031267</c:v>
                </c:pt>
                <c:pt idx="32152" formatCode="0">
                  <c:v>398.72479820281234</c:v>
                </c:pt>
                <c:pt idx="32248" formatCode="0">
                  <c:v>370.89099852197921</c:v>
                </c:pt>
                <c:pt idx="32344" formatCode="0">
                  <c:v>456.4282010397917</c:v>
                </c:pt>
                <c:pt idx="32440" formatCode="0">
                  <c:v>450.75603135437507</c:v>
                </c:pt>
                <c:pt idx="32536" formatCode="0">
                  <c:v>454.78748607614585</c:v>
                </c:pt>
                <c:pt idx="32632" formatCode="0">
                  <c:v>447.89252281156274</c:v>
                </c:pt>
                <c:pt idx="32728" formatCode="0">
                  <c:v>471.31544049604162</c:v>
                </c:pt>
                <c:pt idx="32824" formatCode="0">
                  <c:v>416.69793764770833</c:v>
                </c:pt>
                <c:pt idx="32920" formatCode="0">
                  <c:v>394.32142893510394</c:v>
                </c:pt>
                <c:pt idx="33016" formatCode="0">
                  <c:v>471.19103209145845</c:v>
                </c:pt>
                <c:pt idx="33112" formatCode="0">
                  <c:v>463.35773499822915</c:v>
                </c:pt>
                <c:pt idx="33208" formatCode="0">
                  <c:v>466.14625517489605</c:v>
                </c:pt>
                <c:pt idx="33304" formatCode="0">
                  <c:v>461.34523804937515</c:v>
                </c:pt>
                <c:pt idx="33400" formatCode="0">
                  <c:v>461.75403881041672</c:v>
                </c:pt>
                <c:pt idx="33496" formatCode="0">
                  <c:v>436.82810846968732</c:v>
                </c:pt>
                <c:pt idx="33592" formatCode="0">
                  <c:v>423.85297075927093</c:v>
                </c:pt>
                <c:pt idx="33688" formatCode="0">
                  <c:v>515.6470073065625</c:v>
                </c:pt>
                <c:pt idx="33784" formatCode="0">
                  <c:v>507.73739846520823</c:v>
                </c:pt>
                <c:pt idx="33880" formatCode="0">
                  <c:v>482.74674733510426</c:v>
                </c:pt>
                <c:pt idx="33976" formatCode="0">
                  <c:v>496.88996124302111</c:v>
                </c:pt>
                <c:pt idx="34072" formatCode="0">
                  <c:v>490.54994710302094</c:v>
                </c:pt>
                <c:pt idx="34168" formatCode="0">
                  <c:v>453.74542172760425</c:v>
                </c:pt>
                <c:pt idx="34264" formatCode="0">
                  <c:v>445.93299706781244</c:v>
                </c:pt>
                <c:pt idx="34360" formatCode="0">
                  <c:v>444.41033935624995</c:v>
                </c:pt>
                <c:pt idx="34456" formatCode="0">
                  <c:v>382.53012339312505</c:v>
                </c:pt>
                <c:pt idx="34552" formatCode="0">
                  <c:v>384.4288835529166</c:v>
                </c:pt>
                <c:pt idx="34648" formatCode="0">
                  <c:v>445.45127010333346</c:v>
                </c:pt>
                <c:pt idx="34744" formatCode="0">
                  <c:v>447.33487192781257</c:v>
                </c:pt>
                <c:pt idx="34840" formatCode="0">
                  <c:v>420.77024141937494</c:v>
                </c:pt>
                <c:pt idx="34936" formatCode="0">
                  <c:v>394.69673601770819</c:v>
                </c:pt>
                <c:pt idx="35032" formatCode="0">
                  <c:v>435.06960360197922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47-4CC5-A20D-401E8523BB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95442320"/>
        <c:axId val="695449040"/>
      </c:lineChart>
      <c:dateAx>
        <c:axId val="6954423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sv-SE"/>
          </a:p>
        </c:txPr>
        <c:crossAx val="695449040"/>
        <c:crosses val="autoZero"/>
        <c:auto val="1"/>
        <c:lblOffset val="100"/>
        <c:baseTimeUnit val="days"/>
      </c:dateAx>
      <c:valAx>
        <c:axId val="695449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GB"/>
                  <a:t>MW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sv-SE"/>
          </a:p>
        </c:txPr>
        <c:crossAx val="69544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sv-SE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800"/>
      </a:pPr>
      <a:endParaRPr lang="sv-SE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GB"/>
              <a:t>17/06/2012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'Season 5'!$P$100</c:f>
              <c:strCache>
                <c:ptCount val="1"/>
                <c:pt idx="0">
                  <c:v>15 min average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'Season 5'!$O$101:$O$196</c:f>
              <c:numCache>
                <c:formatCode>h:mm;@</c:formatCode>
                <c:ptCount val="96"/>
                <c:pt idx="0">
                  <c:v>41107</c:v>
                </c:pt>
                <c:pt idx="1">
                  <c:v>41107.010416669997</c:v>
                </c:pt>
                <c:pt idx="2">
                  <c:v>41107.020833330003</c:v>
                </c:pt>
                <c:pt idx="3">
                  <c:v>41107.03125</c:v>
                </c:pt>
                <c:pt idx="4">
                  <c:v>41107.041666669982</c:v>
                </c:pt>
                <c:pt idx="5">
                  <c:v>41107.052083330003</c:v>
                </c:pt>
                <c:pt idx="6">
                  <c:v>41107.0625</c:v>
                </c:pt>
                <c:pt idx="7">
                  <c:v>41107.072916669997</c:v>
                </c:pt>
                <c:pt idx="8">
                  <c:v>41107.083333330003</c:v>
                </c:pt>
                <c:pt idx="9">
                  <c:v>41107.093749999985</c:v>
                </c:pt>
                <c:pt idx="10">
                  <c:v>41107.104166669982</c:v>
                </c:pt>
                <c:pt idx="11">
                  <c:v>41107.114583330003</c:v>
                </c:pt>
                <c:pt idx="12">
                  <c:v>41107.124999999993</c:v>
                </c:pt>
                <c:pt idx="13">
                  <c:v>41107.135416669982</c:v>
                </c:pt>
                <c:pt idx="14">
                  <c:v>41107.145833330003</c:v>
                </c:pt>
                <c:pt idx="15">
                  <c:v>41107.156250000015</c:v>
                </c:pt>
                <c:pt idx="16">
                  <c:v>41107.166666669982</c:v>
                </c:pt>
                <c:pt idx="17">
                  <c:v>41107.177083329996</c:v>
                </c:pt>
                <c:pt idx="18">
                  <c:v>41107.1875</c:v>
                </c:pt>
                <c:pt idx="19">
                  <c:v>41107.197916669982</c:v>
                </c:pt>
                <c:pt idx="20">
                  <c:v>41107.208333330003</c:v>
                </c:pt>
                <c:pt idx="21">
                  <c:v>41107.21875</c:v>
                </c:pt>
                <c:pt idx="22">
                  <c:v>41107.229166669968</c:v>
                </c:pt>
                <c:pt idx="23">
                  <c:v>41107.239583329996</c:v>
                </c:pt>
                <c:pt idx="24">
                  <c:v>41107.25</c:v>
                </c:pt>
                <c:pt idx="25">
                  <c:v>41107.260416669982</c:v>
                </c:pt>
                <c:pt idx="26">
                  <c:v>41107.270833330003</c:v>
                </c:pt>
                <c:pt idx="27">
                  <c:v>41107.28125</c:v>
                </c:pt>
                <c:pt idx="28">
                  <c:v>41107.291666669968</c:v>
                </c:pt>
                <c:pt idx="29">
                  <c:v>41107.302083330003</c:v>
                </c:pt>
                <c:pt idx="30">
                  <c:v>41107.312500000015</c:v>
                </c:pt>
                <c:pt idx="31">
                  <c:v>41107.322916669997</c:v>
                </c:pt>
                <c:pt idx="32">
                  <c:v>41107.333333330003</c:v>
                </c:pt>
                <c:pt idx="33">
                  <c:v>41107.34375</c:v>
                </c:pt>
                <c:pt idx="34">
                  <c:v>41107.354166669997</c:v>
                </c:pt>
                <c:pt idx="35">
                  <c:v>41107.364583330003</c:v>
                </c:pt>
                <c:pt idx="36">
                  <c:v>41107.375</c:v>
                </c:pt>
                <c:pt idx="37">
                  <c:v>41107.385416669997</c:v>
                </c:pt>
                <c:pt idx="38">
                  <c:v>41107.395833330003</c:v>
                </c:pt>
                <c:pt idx="39">
                  <c:v>41107.406250000015</c:v>
                </c:pt>
                <c:pt idx="40">
                  <c:v>41107.416666669997</c:v>
                </c:pt>
                <c:pt idx="41">
                  <c:v>41107.427083329996</c:v>
                </c:pt>
                <c:pt idx="42">
                  <c:v>41107.4375</c:v>
                </c:pt>
                <c:pt idx="43">
                  <c:v>41107.447916669997</c:v>
                </c:pt>
                <c:pt idx="44">
                  <c:v>41107.458333330018</c:v>
                </c:pt>
                <c:pt idx="45">
                  <c:v>41107.46875</c:v>
                </c:pt>
                <c:pt idx="46">
                  <c:v>41107.479166669982</c:v>
                </c:pt>
                <c:pt idx="47">
                  <c:v>41107.489583330003</c:v>
                </c:pt>
                <c:pt idx="48">
                  <c:v>41107.5</c:v>
                </c:pt>
                <c:pt idx="49">
                  <c:v>41107.510416669997</c:v>
                </c:pt>
                <c:pt idx="50">
                  <c:v>41107.520833330003</c:v>
                </c:pt>
                <c:pt idx="51">
                  <c:v>41107.53125</c:v>
                </c:pt>
                <c:pt idx="52">
                  <c:v>41107.541666669982</c:v>
                </c:pt>
                <c:pt idx="53">
                  <c:v>41107.552083330003</c:v>
                </c:pt>
                <c:pt idx="54">
                  <c:v>41107.5625</c:v>
                </c:pt>
                <c:pt idx="55">
                  <c:v>41107.572916669997</c:v>
                </c:pt>
                <c:pt idx="56">
                  <c:v>41107.583333330003</c:v>
                </c:pt>
                <c:pt idx="57">
                  <c:v>41107.593749999985</c:v>
                </c:pt>
                <c:pt idx="58">
                  <c:v>41107.604166669982</c:v>
                </c:pt>
                <c:pt idx="59">
                  <c:v>41107.614583330003</c:v>
                </c:pt>
                <c:pt idx="60">
                  <c:v>41107.624999999993</c:v>
                </c:pt>
                <c:pt idx="61">
                  <c:v>41107.635416669982</c:v>
                </c:pt>
                <c:pt idx="62">
                  <c:v>41107.645833330003</c:v>
                </c:pt>
                <c:pt idx="63">
                  <c:v>41107.656250000015</c:v>
                </c:pt>
                <c:pt idx="64">
                  <c:v>41107.666666669982</c:v>
                </c:pt>
                <c:pt idx="65">
                  <c:v>41107.677083329996</c:v>
                </c:pt>
                <c:pt idx="66">
                  <c:v>41107.6875</c:v>
                </c:pt>
                <c:pt idx="67">
                  <c:v>41107.697916669982</c:v>
                </c:pt>
                <c:pt idx="68">
                  <c:v>41107.708333330003</c:v>
                </c:pt>
                <c:pt idx="69">
                  <c:v>41107.71875</c:v>
                </c:pt>
                <c:pt idx="70">
                  <c:v>41107.729166669968</c:v>
                </c:pt>
                <c:pt idx="71">
                  <c:v>41107.739583329996</c:v>
                </c:pt>
                <c:pt idx="72">
                  <c:v>41107.75</c:v>
                </c:pt>
                <c:pt idx="73">
                  <c:v>41107.760416669982</c:v>
                </c:pt>
                <c:pt idx="74">
                  <c:v>41107.770833330003</c:v>
                </c:pt>
                <c:pt idx="75">
                  <c:v>41107.78125</c:v>
                </c:pt>
                <c:pt idx="76">
                  <c:v>41107.791666669968</c:v>
                </c:pt>
                <c:pt idx="77">
                  <c:v>41107.802083330003</c:v>
                </c:pt>
                <c:pt idx="78">
                  <c:v>41107.812500000015</c:v>
                </c:pt>
                <c:pt idx="79">
                  <c:v>41107.822916669997</c:v>
                </c:pt>
                <c:pt idx="80">
                  <c:v>41107.833333330003</c:v>
                </c:pt>
                <c:pt idx="81">
                  <c:v>41107.84375</c:v>
                </c:pt>
                <c:pt idx="82">
                  <c:v>41107.854166669997</c:v>
                </c:pt>
                <c:pt idx="83">
                  <c:v>41107.864583330003</c:v>
                </c:pt>
                <c:pt idx="84">
                  <c:v>41107.875</c:v>
                </c:pt>
                <c:pt idx="85">
                  <c:v>41107.885416669997</c:v>
                </c:pt>
                <c:pt idx="86">
                  <c:v>41107.895833330003</c:v>
                </c:pt>
                <c:pt idx="87">
                  <c:v>41107.906250000015</c:v>
                </c:pt>
                <c:pt idx="88">
                  <c:v>41107.916666669997</c:v>
                </c:pt>
                <c:pt idx="89">
                  <c:v>41107.927083329996</c:v>
                </c:pt>
                <c:pt idx="90">
                  <c:v>41107.9375</c:v>
                </c:pt>
                <c:pt idx="91">
                  <c:v>41107.947916669997</c:v>
                </c:pt>
                <c:pt idx="92">
                  <c:v>41107.958333330018</c:v>
                </c:pt>
                <c:pt idx="93">
                  <c:v>41107.96875</c:v>
                </c:pt>
                <c:pt idx="94">
                  <c:v>41107.979166669982</c:v>
                </c:pt>
                <c:pt idx="95">
                  <c:v>41107.989583330003</c:v>
                </c:pt>
              </c:numCache>
            </c:numRef>
          </c:cat>
          <c:val>
            <c:numRef>
              <c:f>'Season 5'!$P$101:$P$196</c:f>
              <c:numCache>
                <c:formatCode>0</c:formatCode>
                <c:ptCount val="96"/>
                <c:pt idx="0">
                  <c:v>730.09844970999995</c:v>
                </c:pt>
                <c:pt idx="1">
                  <c:v>718.15057373000002</c:v>
                </c:pt>
                <c:pt idx="2">
                  <c:v>707.15740966999999</c:v>
                </c:pt>
                <c:pt idx="3">
                  <c:v>697.96331786999997</c:v>
                </c:pt>
                <c:pt idx="4">
                  <c:v>688.72448730000019</c:v>
                </c:pt>
                <c:pt idx="5">
                  <c:v>679.51129149999974</c:v>
                </c:pt>
                <c:pt idx="6">
                  <c:v>671.17437744000028</c:v>
                </c:pt>
                <c:pt idx="7">
                  <c:v>662.04431151999995</c:v>
                </c:pt>
                <c:pt idx="8">
                  <c:v>656.29620361000002</c:v>
                </c:pt>
                <c:pt idx="9">
                  <c:v>645.88952637</c:v>
                </c:pt>
                <c:pt idx="10">
                  <c:v>639.90704345999973</c:v>
                </c:pt>
                <c:pt idx="11">
                  <c:v>629.44195557</c:v>
                </c:pt>
                <c:pt idx="12">
                  <c:v>624.55047606999995</c:v>
                </c:pt>
                <c:pt idx="13">
                  <c:v>616.90136718999975</c:v>
                </c:pt>
                <c:pt idx="14">
                  <c:v>609.3322753899995</c:v>
                </c:pt>
                <c:pt idx="15">
                  <c:v>603.44354247999991</c:v>
                </c:pt>
                <c:pt idx="16">
                  <c:v>596.45434569999998</c:v>
                </c:pt>
                <c:pt idx="17">
                  <c:v>594.17828368999994</c:v>
                </c:pt>
                <c:pt idx="18">
                  <c:v>590.94702147999976</c:v>
                </c:pt>
                <c:pt idx="19">
                  <c:v>584.1550292999998</c:v>
                </c:pt>
                <c:pt idx="20">
                  <c:v>582.7261352500002</c:v>
                </c:pt>
                <c:pt idx="21">
                  <c:v>561.51257324000005</c:v>
                </c:pt>
                <c:pt idx="22">
                  <c:v>558.46258544999978</c:v>
                </c:pt>
                <c:pt idx="23">
                  <c:v>557.01617432</c:v>
                </c:pt>
                <c:pt idx="24">
                  <c:v>563.18341064000026</c:v>
                </c:pt>
                <c:pt idx="25">
                  <c:v>576.00756835999982</c:v>
                </c:pt>
                <c:pt idx="26">
                  <c:v>584.09594727000024</c:v>
                </c:pt>
                <c:pt idx="27">
                  <c:v>603.56170654000005</c:v>
                </c:pt>
                <c:pt idx="28">
                  <c:v>624.67620850000003</c:v>
                </c:pt>
                <c:pt idx="29">
                  <c:v>658.12231444999998</c:v>
                </c:pt>
                <c:pt idx="30">
                  <c:v>689.30871581999997</c:v>
                </c:pt>
                <c:pt idx="31">
                  <c:v>721.73681640999996</c:v>
                </c:pt>
                <c:pt idx="32">
                  <c:v>753.46667479999962</c:v>
                </c:pt>
                <c:pt idx="33">
                  <c:v>785.84503173999997</c:v>
                </c:pt>
                <c:pt idx="34">
                  <c:v>811.08721923999997</c:v>
                </c:pt>
                <c:pt idx="35">
                  <c:v>829.93951415999982</c:v>
                </c:pt>
                <c:pt idx="36">
                  <c:v>847.96630858999981</c:v>
                </c:pt>
                <c:pt idx="37">
                  <c:v>868.20269774999997</c:v>
                </c:pt>
                <c:pt idx="38">
                  <c:v>885.56781006000006</c:v>
                </c:pt>
                <c:pt idx="39">
                  <c:v>899.78002930000002</c:v>
                </c:pt>
                <c:pt idx="40">
                  <c:v>905.09881592000022</c:v>
                </c:pt>
                <c:pt idx="41">
                  <c:v>911.76110839999978</c:v>
                </c:pt>
                <c:pt idx="42">
                  <c:v>917.67767334000018</c:v>
                </c:pt>
                <c:pt idx="43">
                  <c:v>921.43749999999977</c:v>
                </c:pt>
                <c:pt idx="44">
                  <c:v>927.75762938999958</c:v>
                </c:pt>
                <c:pt idx="45">
                  <c:v>932.13824463000003</c:v>
                </c:pt>
                <c:pt idx="46">
                  <c:v>930.80096435999997</c:v>
                </c:pt>
                <c:pt idx="47">
                  <c:v>939.19360352000024</c:v>
                </c:pt>
                <c:pt idx="48">
                  <c:v>944.3422241199994</c:v>
                </c:pt>
                <c:pt idx="49">
                  <c:v>950.54028319999975</c:v>
                </c:pt>
                <c:pt idx="50">
                  <c:v>954.83795165999982</c:v>
                </c:pt>
                <c:pt idx="51">
                  <c:v>963.24645996000004</c:v>
                </c:pt>
                <c:pt idx="52">
                  <c:v>956.44738769999981</c:v>
                </c:pt>
                <c:pt idx="53">
                  <c:v>953.64593506000028</c:v>
                </c:pt>
                <c:pt idx="54">
                  <c:v>955.71820068</c:v>
                </c:pt>
                <c:pt idx="55">
                  <c:v>961.80322265999996</c:v>
                </c:pt>
                <c:pt idx="56">
                  <c:v>968.37951659999999</c:v>
                </c:pt>
                <c:pt idx="57">
                  <c:v>966.67858887000023</c:v>
                </c:pt>
                <c:pt idx="58">
                  <c:v>960.28582764000021</c:v>
                </c:pt>
                <c:pt idx="59">
                  <c:v>950.58905029000005</c:v>
                </c:pt>
                <c:pt idx="60">
                  <c:v>951.76000977000001</c:v>
                </c:pt>
                <c:pt idx="61">
                  <c:v>954.84802245999981</c:v>
                </c:pt>
                <c:pt idx="62">
                  <c:v>959.6171875</c:v>
                </c:pt>
                <c:pt idx="63">
                  <c:v>963.23242187999972</c:v>
                </c:pt>
                <c:pt idx="64">
                  <c:v>960.80975341999999</c:v>
                </c:pt>
                <c:pt idx="65">
                  <c:v>961.65875243999994</c:v>
                </c:pt>
                <c:pt idx="66">
                  <c:v>956.09082031000003</c:v>
                </c:pt>
                <c:pt idx="67">
                  <c:v>947.08197021000024</c:v>
                </c:pt>
                <c:pt idx="68">
                  <c:v>934.93719481999949</c:v>
                </c:pt>
                <c:pt idx="69">
                  <c:v>915.78704834000018</c:v>
                </c:pt>
                <c:pt idx="70">
                  <c:v>906.57501220999995</c:v>
                </c:pt>
                <c:pt idx="71">
                  <c:v>895.94921874999977</c:v>
                </c:pt>
                <c:pt idx="72">
                  <c:v>879.1176147499998</c:v>
                </c:pt>
                <c:pt idx="73">
                  <c:v>861.37756347999971</c:v>
                </c:pt>
                <c:pt idx="74">
                  <c:v>848.14910888999975</c:v>
                </c:pt>
                <c:pt idx="75">
                  <c:v>831.8957519500002</c:v>
                </c:pt>
                <c:pt idx="76">
                  <c:v>818.3491821299998</c:v>
                </c:pt>
                <c:pt idx="77">
                  <c:v>803.95867920000001</c:v>
                </c:pt>
                <c:pt idx="78">
                  <c:v>786.2438964800001</c:v>
                </c:pt>
                <c:pt idx="79">
                  <c:v>772.77545166000039</c:v>
                </c:pt>
                <c:pt idx="80">
                  <c:v>763.02154540999982</c:v>
                </c:pt>
                <c:pt idx="81">
                  <c:v>763.3558959999998</c:v>
                </c:pt>
                <c:pt idx="82">
                  <c:v>790.85949706999997</c:v>
                </c:pt>
                <c:pt idx="83">
                  <c:v>793.56762694999975</c:v>
                </c:pt>
                <c:pt idx="84">
                  <c:v>796.63909911999997</c:v>
                </c:pt>
                <c:pt idx="85">
                  <c:v>792.88049316000001</c:v>
                </c:pt>
                <c:pt idx="86">
                  <c:v>791.2043457000002</c:v>
                </c:pt>
                <c:pt idx="87">
                  <c:v>790.39410399999997</c:v>
                </c:pt>
                <c:pt idx="88">
                  <c:v>788.53936767999994</c:v>
                </c:pt>
                <c:pt idx="89">
                  <c:v>789.03765868999949</c:v>
                </c:pt>
                <c:pt idx="90">
                  <c:v>787.96185302999982</c:v>
                </c:pt>
                <c:pt idx="91">
                  <c:v>788.86914061999983</c:v>
                </c:pt>
                <c:pt idx="92">
                  <c:v>785.33758544999978</c:v>
                </c:pt>
                <c:pt idx="93">
                  <c:v>780.13067627000021</c:v>
                </c:pt>
                <c:pt idx="94">
                  <c:v>772.34509276999972</c:v>
                </c:pt>
                <c:pt idx="95">
                  <c:v>766.01794433999999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D8-42E3-9C7F-6C56A21ACA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67334176"/>
        <c:axId val="767336416"/>
      </c:lineChart>
      <c:catAx>
        <c:axId val="767334176"/>
        <c:scaling>
          <c:orientation val="minMax"/>
        </c:scaling>
        <c:delete val="0"/>
        <c:axPos val="b"/>
        <c:numFmt formatCode="h:mm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sv-SE"/>
          </a:p>
        </c:txPr>
        <c:crossAx val="767336416"/>
        <c:crosses val="autoZero"/>
        <c:auto val="1"/>
        <c:lblAlgn val="ctr"/>
        <c:lblOffset val="100"/>
        <c:noMultiLvlLbl val="0"/>
      </c:catAx>
      <c:valAx>
        <c:axId val="767336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GB"/>
                  <a:t>MW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sv-SE"/>
          </a:p>
        </c:txPr>
        <c:crossAx val="767334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sv-SE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600"/>
      </a:pPr>
      <a:endParaRPr lang="sv-SE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In </a:t>
            </a:r>
            <a:r>
              <a:rPr lang="sv-SE" dirty="0" err="1"/>
              <a:t>case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issues</a:t>
            </a:r>
            <a:r>
              <a:rPr lang="sv-SE" dirty="0"/>
              <a:t> in </a:t>
            </a:r>
            <a:r>
              <a:rPr lang="sv-SE" dirty="0" err="1"/>
              <a:t>this</a:t>
            </a:r>
            <a:r>
              <a:rPr lang="sv-SE" dirty="0"/>
              <a:t> step check the </a:t>
            </a:r>
            <a:r>
              <a:rPr lang="sv-SE" dirty="0" err="1"/>
              <a:t>values</a:t>
            </a:r>
            <a:r>
              <a:rPr lang="sv-SE" dirty="0"/>
              <a:t> for:</a:t>
            </a:r>
          </a:p>
          <a:p>
            <a:pPr marL="171450" indent="-171450">
              <a:buFontTx/>
              <a:buChar char="-"/>
            </a:pPr>
            <a:r>
              <a:rPr lang="sv-SE" dirty="0" err="1"/>
              <a:t>AvailabilityFactor</a:t>
            </a:r>
            <a:endParaRPr lang="sv-SE" dirty="0"/>
          </a:p>
          <a:p>
            <a:pPr marL="171450" indent="-171450">
              <a:buFontTx/>
              <a:buChar char="-"/>
            </a:pPr>
            <a:r>
              <a:rPr lang="sv-SE" dirty="0" err="1"/>
              <a:t>CapacityFactor</a:t>
            </a:r>
            <a:endParaRPr lang="sv-SE" dirty="0"/>
          </a:p>
          <a:p>
            <a:pPr marL="171450" indent="-171450">
              <a:buFontTx/>
              <a:buChar char="-"/>
            </a:pPr>
            <a:r>
              <a:rPr lang="sv-SE" dirty="0" err="1"/>
              <a:t>CapacityToActivityUnit</a:t>
            </a:r>
            <a:endParaRPr lang="sv-SE" dirty="0"/>
          </a:p>
          <a:p>
            <a:pPr marL="171450" indent="-171450">
              <a:buFontTx/>
              <a:buChar char="-"/>
            </a:pPr>
            <a:r>
              <a:rPr lang="sv-SE" dirty="0" err="1"/>
              <a:t>DepreciationMethod</a:t>
            </a:r>
            <a:endParaRPr lang="sv-SE" dirty="0"/>
          </a:p>
          <a:p>
            <a:pPr marL="171450" indent="-171450">
              <a:buFontTx/>
              <a:buChar char="-"/>
            </a:pPr>
            <a:r>
              <a:rPr lang="sv-SE" dirty="0" err="1"/>
              <a:t>DiscountRate</a:t>
            </a:r>
            <a:endParaRPr lang="sv-SE" dirty="0"/>
          </a:p>
          <a:p>
            <a:pPr marL="171450" indent="-171450">
              <a:buFontTx/>
              <a:buChar char="-"/>
            </a:pPr>
            <a:r>
              <a:rPr lang="sv-SE" dirty="0" err="1"/>
              <a:t>ReserveMargin</a:t>
            </a:r>
            <a:endParaRPr lang="sv-SE" dirty="0"/>
          </a:p>
          <a:p>
            <a:pPr marL="171450" indent="-171450">
              <a:buFontTx/>
              <a:buChar char="-"/>
            </a:pPr>
            <a:r>
              <a:rPr lang="sv-SE" dirty="0" err="1"/>
              <a:t>TotalAnnualMaxCapacity</a:t>
            </a:r>
            <a:endParaRPr lang="sv-SE" dirty="0"/>
          </a:p>
          <a:p>
            <a:pPr marL="171450" indent="-171450">
              <a:buFontTx/>
              <a:buChar char="-"/>
            </a:pPr>
            <a:r>
              <a:rPr lang="sv-SE" dirty="0" err="1"/>
              <a:t>TotalAnnualMaxCapacityInvestment</a:t>
            </a:r>
            <a:endParaRPr lang="sv-SE" dirty="0"/>
          </a:p>
          <a:p>
            <a:pPr marL="171450" indent="-171450">
              <a:buFontTx/>
              <a:buChar char="-"/>
            </a:pPr>
            <a:r>
              <a:rPr lang="sv-SE" dirty="0" err="1"/>
              <a:t>TotalTechnologyAnnualActivityUpperLimit</a:t>
            </a:r>
            <a:endParaRPr lang="sv-SE" dirty="0"/>
          </a:p>
          <a:p>
            <a:pPr marL="171450" indent="-171450">
              <a:buFontTx/>
              <a:buChar char="-"/>
            </a:pPr>
            <a:r>
              <a:rPr lang="sv-SE"/>
              <a:t>TotalTechnologyModelPeriodActivityUpperLimit</a:t>
            </a:r>
            <a:endParaRPr lang="sv-SE" dirty="0"/>
          </a:p>
          <a:p>
            <a:pPr marL="0" indent="0">
              <a:buFontTx/>
              <a:buNone/>
            </a:pPr>
            <a:r>
              <a:rPr lang="sv-SE" dirty="0"/>
              <a:t>In the </a:t>
            </a:r>
            <a:r>
              <a:rPr lang="sv-SE" dirty="0" err="1"/>
              <a:t>latest</a:t>
            </a:r>
            <a:r>
              <a:rPr lang="sv-SE" dirty="0"/>
              <a:t> version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MoManI</a:t>
            </a:r>
            <a:r>
              <a:rPr lang="sv-SE" dirty="0"/>
              <a:t> the default </a:t>
            </a:r>
            <a:r>
              <a:rPr lang="sv-SE" dirty="0" err="1"/>
              <a:t>values</a:t>
            </a:r>
            <a:r>
              <a:rPr lang="sv-SE" dirty="0"/>
              <a:t> </a:t>
            </a:r>
            <a:r>
              <a:rPr lang="sv-SE" dirty="0" err="1"/>
              <a:t>should</a:t>
            </a:r>
            <a:r>
              <a:rPr lang="sv-SE" dirty="0"/>
              <a:t> be </a:t>
            </a:r>
            <a:r>
              <a:rPr lang="sv-SE" dirty="0" err="1"/>
              <a:t>reasonable</a:t>
            </a:r>
            <a:r>
              <a:rPr lang="sv-SE" dirty="0"/>
              <a:t>, </a:t>
            </a:r>
            <a:r>
              <a:rPr lang="sv-SE" dirty="0" err="1"/>
              <a:t>but</a:t>
            </a:r>
            <a:r>
              <a:rPr lang="sv-SE" dirty="0"/>
              <a:t>…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31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85075" y="6356349"/>
            <a:ext cx="7221847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/>
              <a:t>Energy Modelling Platform for Africa –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35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86978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4367430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Energy Modelling Platform for Africa –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04984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16475" y="371779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16474" y="1051561"/>
            <a:ext cx="9227051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530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61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56343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16475" y="371779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16474" y="1051561"/>
            <a:ext cx="9237325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014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419304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367784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CB54FD95-88D0-4DB5-B651-B4B585AE496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350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597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673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133153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16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–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72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80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 end of this exercise you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Create a new model in </a:t>
            </a:r>
            <a:r>
              <a:rPr lang="en-US" dirty="0" err="1"/>
              <a:t>OSeMOSYS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 time slices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 fuels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 energy demands for a specific fuel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 the temporal profile of energy demands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 a simple technology that satisfies the demand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Run the model and check results on production by technology</a:t>
            </a:r>
          </a:p>
          <a:p>
            <a:endParaRPr lang="fr-FR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- Learning Objectives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88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616148"/>
            <a:ext cx="10515600" cy="4740201"/>
          </a:xfrm>
        </p:spPr>
        <p:txBody>
          <a:bodyPr>
            <a:normAutofit fontScale="92500"/>
          </a:bodyPr>
          <a:lstStyle/>
          <a:p>
            <a:r>
              <a:rPr lang="en-US" sz="3000" dirty="0"/>
              <a:t>In </a:t>
            </a:r>
            <a:r>
              <a:rPr lang="en-US" sz="3000" dirty="0" err="1"/>
              <a:t>OSeMOSYS</a:t>
            </a:r>
            <a:r>
              <a:rPr lang="en-US" sz="3000" dirty="0"/>
              <a:t>, </a:t>
            </a:r>
            <a:r>
              <a:rPr lang="en-US" sz="3000" dirty="0" smtClean="0"/>
              <a:t>the final demand is characterized by </a:t>
            </a:r>
            <a:r>
              <a:rPr lang="en-US" sz="3000" dirty="0"/>
              <a:t>these </a:t>
            </a:r>
            <a:r>
              <a:rPr lang="en-US" sz="3000" dirty="0" smtClean="0"/>
              <a:t>parameters: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 err="1" smtClean="0"/>
              <a:t>YearSplit</a:t>
            </a:r>
            <a:r>
              <a:rPr lang="en-US" dirty="0" smtClean="0"/>
              <a:t>: defines the </a:t>
            </a:r>
            <a:r>
              <a:rPr lang="en-US" dirty="0" smtClean="0">
                <a:solidFill>
                  <a:schemeClr val="dk1"/>
                </a:solidFill>
              </a:rPr>
              <a:t>duration </a:t>
            </a:r>
            <a:r>
              <a:rPr lang="en-US" dirty="0">
                <a:solidFill>
                  <a:schemeClr val="dk1"/>
                </a:solidFill>
              </a:rPr>
              <a:t>of a modelled time slice expressed as a fraction of the </a:t>
            </a:r>
            <a:r>
              <a:rPr lang="en-US" dirty="0" smtClean="0">
                <a:solidFill>
                  <a:schemeClr val="dk1"/>
                </a:solidFill>
              </a:rPr>
              <a:t>year; the </a:t>
            </a:r>
            <a:r>
              <a:rPr lang="en-US" dirty="0">
                <a:solidFill>
                  <a:schemeClr val="dk1"/>
                </a:solidFill>
              </a:rPr>
              <a:t>sum of each entry over one modelled year should </a:t>
            </a:r>
            <a:r>
              <a:rPr lang="en-US" dirty="0" smtClean="0">
                <a:solidFill>
                  <a:schemeClr val="dk1"/>
                </a:solidFill>
              </a:rPr>
              <a:t>be equal to 1.</a:t>
            </a:r>
            <a:endParaRPr lang="en-US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 err="1" smtClean="0"/>
              <a:t>SpecifiedDemandProfile</a:t>
            </a:r>
            <a:r>
              <a:rPr lang="en-US" dirty="0" smtClean="0"/>
              <a:t>: </a:t>
            </a:r>
            <a:r>
              <a:rPr lang="en-US" dirty="0"/>
              <a:t>defines the share of energy demand required </a:t>
            </a:r>
            <a:r>
              <a:rPr lang="en-US" dirty="0" smtClean="0"/>
              <a:t>in </a:t>
            </a:r>
            <a:r>
              <a:rPr lang="en-US" dirty="0"/>
              <a:t>each particular </a:t>
            </a:r>
            <a:r>
              <a:rPr lang="en-US" dirty="0" smtClean="0"/>
              <a:t>time slice.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 err="1" smtClean="0"/>
              <a:t>SpecifiedAnnualDemand</a:t>
            </a:r>
            <a:r>
              <a:rPr lang="en-US" b="1" dirty="0" smtClean="0"/>
              <a:t> [PJ]</a:t>
            </a:r>
            <a:r>
              <a:rPr lang="en-US" dirty="0" smtClean="0"/>
              <a:t>: </a:t>
            </a:r>
            <a:r>
              <a:rPr lang="en-US" dirty="0" smtClean="0">
                <a:solidFill>
                  <a:schemeClr val="dk1"/>
                </a:solidFill>
              </a:rPr>
              <a:t>defines the total </a:t>
            </a:r>
            <a:r>
              <a:rPr lang="en-US" dirty="0">
                <a:solidFill>
                  <a:schemeClr val="dk1"/>
                </a:solidFill>
              </a:rPr>
              <a:t>specified demand for </a:t>
            </a:r>
            <a:r>
              <a:rPr lang="en-US" dirty="0" smtClean="0">
                <a:solidFill>
                  <a:schemeClr val="dk1"/>
                </a:solidFill>
              </a:rPr>
              <a:t>each modelled </a:t>
            </a:r>
            <a:r>
              <a:rPr lang="en-US" dirty="0">
                <a:solidFill>
                  <a:schemeClr val="dk1"/>
                </a:solidFill>
              </a:rPr>
              <a:t>year, linked to a specific ‘time of use’ during the </a:t>
            </a:r>
            <a:r>
              <a:rPr lang="en-US" dirty="0" smtClean="0">
                <a:solidFill>
                  <a:schemeClr val="dk1"/>
                </a:solidFill>
              </a:rPr>
              <a:t>year.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 err="1" smtClean="0"/>
              <a:t>AccumulatedAnnualDemand</a:t>
            </a:r>
            <a:r>
              <a:rPr lang="en-US" b="1" dirty="0" smtClean="0"/>
              <a:t> [PJ]</a:t>
            </a:r>
            <a:r>
              <a:rPr lang="en-US" dirty="0" smtClean="0"/>
              <a:t>: </a:t>
            </a:r>
            <a:r>
              <a:rPr lang="en-US" dirty="0">
                <a:solidFill>
                  <a:schemeClr val="dk1"/>
                </a:solidFill>
              </a:rPr>
              <a:t>defines the total </a:t>
            </a:r>
            <a:r>
              <a:rPr lang="en-US" dirty="0" smtClean="0">
                <a:solidFill>
                  <a:schemeClr val="dk1"/>
                </a:solidFill>
              </a:rPr>
              <a:t>accumulated </a:t>
            </a:r>
            <a:r>
              <a:rPr lang="en-US" dirty="0">
                <a:solidFill>
                  <a:schemeClr val="dk1"/>
                </a:solidFill>
              </a:rPr>
              <a:t>demand </a:t>
            </a:r>
            <a:r>
              <a:rPr lang="en-US" dirty="0" smtClean="0">
                <a:solidFill>
                  <a:schemeClr val="dk1"/>
                </a:solidFill>
              </a:rPr>
              <a:t>of a commodity that is constant along the year, for each modelled year. </a:t>
            </a:r>
          </a:p>
          <a:p>
            <a:endParaRPr lang="en-US" sz="2400" dirty="0">
              <a:solidFill>
                <a:schemeClr val="dk1"/>
              </a:solidFill>
            </a:endParaRPr>
          </a:p>
          <a:p>
            <a:r>
              <a:rPr lang="en-US" sz="2400" dirty="0" smtClean="0">
                <a:solidFill>
                  <a:schemeClr val="dk1"/>
                </a:solidFill>
              </a:rPr>
              <a:t>NB: Same commodity demand cannot be defined by both Accumulated and Specified </a:t>
            </a:r>
            <a:r>
              <a:rPr lang="en-US" sz="2400" dirty="0" err="1" smtClean="0">
                <a:solidFill>
                  <a:schemeClr val="dk1"/>
                </a:solidFill>
              </a:rPr>
              <a:t>AnnualDemand</a:t>
            </a:r>
            <a:r>
              <a:rPr lang="en-US" sz="2400" dirty="0" smtClean="0">
                <a:solidFill>
                  <a:schemeClr val="dk1"/>
                </a:solidFill>
              </a:rPr>
              <a:t>.</a:t>
            </a:r>
            <a:endParaRPr lang="fr-FR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energy demands in </a:t>
            </a:r>
            <a:r>
              <a:rPr lang="en-US" dirty="0" err="1"/>
              <a:t>OSeMOSYS</a:t>
            </a:r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0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63" name="Group 62"/>
          <p:cNvGrpSpPr/>
          <p:nvPr/>
        </p:nvGrpSpPr>
        <p:grpSpPr>
          <a:xfrm>
            <a:off x="2198673" y="707919"/>
            <a:ext cx="7558686" cy="6033113"/>
            <a:chOff x="2310507" y="313419"/>
            <a:chExt cx="7570987" cy="6042931"/>
          </a:xfrm>
        </p:grpSpPr>
        <p:grpSp>
          <p:nvGrpSpPr>
            <p:cNvPr id="61" name="Group 60"/>
            <p:cNvGrpSpPr/>
            <p:nvPr/>
          </p:nvGrpSpPr>
          <p:grpSpPr>
            <a:xfrm>
              <a:off x="2310507" y="313419"/>
              <a:ext cx="7570987" cy="6042931"/>
              <a:chOff x="1859055" y="400958"/>
              <a:chExt cx="7570987" cy="6042931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1859055" y="2653395"/>
                <a:ext cx="1265143" cy="904341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Natural Gas Imports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1859055" y="1221118"/>
                <a:ext cx="1265143" cy="904341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Natural Gas Production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 rot="2514107">
                <a:off x="2711182" y="696101"/>
                <a:ext cx="12613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Natural Gas</a:t>
                </a:r>
              </a:p>
            </p:txBody>
          </p:sp>
          <p:cxnSp>
            <p:nvCxnSpPr>
              <p:cNvPr id="12" name="Straight Connector 11"/>
              <p:cNvCxnSpPr/>
              <p:nvPr/>
            </p:nvCxnSpPr>
            <p:spPr>
              <a:xfrm>
                <a:off x="3476288" y="1093908"/>
                <a:ext cx="0" cy="5334101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947076" y="1093908"/>
                <a:ext cx="0" cy="5348271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/>
              <p:cNvSpPr/>
              <p:nvPr/>
            </p:nvSpPr>
            <p:spPr>
              <a:xfrm>
                <a:off x="4352794" y="3123600"/>
                <a:ext cx="1265143" cy="598021"/>
              </a:xfrm>
              <a:prstGeom prst="rect">
                <a:avLst/>
              </a:prstGeom>
              <a:noFill/>
              <a:ln w="254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Wind</a:t>
                </a:r>
              </a:p>
            </p:txBody>
          </p:sp>
          <p:cxnSp>
            <p:nvCxnSpPr>
              <p:cNvPr id="15" name="Straight Arrow Connector 14"/>
              <p:cNvCxnSpPr/>
              <p:nvPr/>
            </p:nvCxnSpPr>
            <p:spPr>
              <a:xfrm>
                <a:off x="5961593" y="2393123"/>
                <a:ext cx="63737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 15"/>
              <p:cNvSpPr/>
              <p:nvPr/>
            </p:nvSpPr>
            <p:spPr>
              <a:xfrm>
                <a:off x="4352794" y="4200164"/>
                <a:ext cx="1265143" cy="598021"/>
              </a:xfrm>
              <a:prstGeom prst="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New CCGT/GT</a:t>
                </a:r>
              </a:p>
            </p:txBody>
          </p:sp>
          <p:cxnSp>
            <p:nvCxnSpPr>
              <p:cNvPr id="17" name="Straight Arrow Connector 16"/>
              <p:cNvCxnSpPr/>
              <p:nvPr/>
            </p:nvCxnSpPr>
            <p:spPr>
              <a:xfrm>
                <a:off x="5634989" y="4504092"/>
                <a:ext cx="326604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>
                <a:endCxn id="16" idx="1"/>
              </p:cNvCxnSpPr>
              <p:nvPr/>
            </p:nvCxnSpPr>
            <p:spPr>
              <a:xfrm>
                <a:off x="3476288" y="4499174"/>
                <a:ext cx="876506" cy="1"/>
              </a:xfrm>
              <a:prstGeom prst="straightConnector1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/>
              <p:cNvSpPr/>
              <p:nvPr/>
            </p:nvSpPr>
            <p:spPr>
              <a:xfrm>
                <a:off x="4352796" y="1093908"/>
                <a:ext cx="1265143" cy="598021"/>
              </a:xfrm>
              <a:prstGeom prst="rect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Hydro run-of-river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352795" y="2125459"/>
                <a:ext cx="1265143" cy="598021"/>
              </a:xfrm>
              <a:prstGeom prst="rect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Hydro Dam</a:t>
                </a:r>
              </a:p>
            </p:txBody>
          </p:sp>
          <p:cxnSp>
            <p:nvCxnSpPr>
              <p:cNvPr id="21" name="Straight Arrow Connector 20"/>
              <p:cNvCxnSpPr/>
              <p:nvPr/>
            </p:nvCxnSpPr>
            <p:spPr>
              <a:xfrm flipV="1">
                <a:off x="5623945" y="1388000"/>
                <a:ext cx="326603" cy="4918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 flipV="1">
                <a:off x="5634990" y="3404568"/>
                <a:ext cx="326603" cy="4918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8367979" y="1093908"/>
                <a:ext cx="0" cy="5323638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 rot="2514107">
                <a:off x="7246820" y="579304"/>
                <a:ext cx="178661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b="1" dirty="0"/>
                  <a:t>Demand for electrified population</a:t>
                </a:r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6605350" y="1093908"/>
                <a:ext cx="1265143" cy="904341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Transmission &amp; Distribution</a:t>
                </a:r>
              </a:p>
            </p:txBody>
          </p:sp>
          <p:cxnSp>
            <p:nvCxnSpPr>
              <p:cNvPr id="26" name="Straight Arrow Connector 25"/>
              <p:cNvCxnSpPr/>
              <p:nvPr/>
            </p:nvCxnSpPr>
            <p:spPr>
              <a:xfrm flipV="1">
                <a:off x="5614087" y="2398743"/>
                <a:ext cx="326603" cy="4918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>
                <a:off x="7870493" y="1546078"/>
                <a:ext cx="49748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>
                <a:off x="7896074" y="4574376"/>
                <a:ext cx="966113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Rectangle 28"/>
              <p:cNvSpPr/>
              <p:nvPr/>
            </p:nvSpPr>
            <p:spPr>
              <a:xfrm>
                <a:off x="6605350" y="3180724"/>
                <a:ext cx="1265143" cy="797461"/>
              </a:xfrm>
              <a:prstGeom prst="rect">
                <a:avLst/>
              </a:prstGeom>
              <a:noFill/>
              <a:ln w="25400">
                <a:solidFill>
                  <a:srgbClr val="F5EA1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Dist. Solar PV</a:t>
                </a:r>
              </a:p>
            </p:txBody>
          </p:sp>
          <p:cxnSp>
            <p:nvCxnSpPr>
              <p:cNvPr id="30" name="Straight Arrow Connector 29"/>
              <p:cNvCxnSpPr/>
              <p:nvPr/>
            </p:nvCxnSpPr>
            <p:spPr>
              <a:xfrm>
                <a:off x="7885973" y="3579454"/>
                <a:ext cx="976214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Rectangle 30"/>
              <p:cNvSpPr/>
              <p:nvPr/>
            </p:nvSpPr>
            <p:spPr>
              <a:xfrm>
                <a:off x="6605350" y="4175646"/>
                <a:ext cx="1265143" cy="797461"/>
              </a:xfrm>
              <a:prstGeom prst="rect">
                <a:avLst/>
              </a:prstGeom>
              <a:noFill/>
              <a:ln w="25400">
                <a:solidFill>
                  <a:srgbClr val="F5EA1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Dist. Solar PV with battery</a:t>
                </a:r>
              </a:p>
            </p:txBody>
          </p:sp>
          <p:cxnSp>
            <p:nvCxnSpPr>
              <p:cNvPr id="32" name="Straight Connector 31"/>
              <p:cNvCxnSpPr/>
              <p:nvPr/>
            </p:nvCxnSpPr>
            <p:spPr>
              <a:xfrm>
                <a:off x="8863279" y="1093908"/>
                <a:ext cx="0" cy="5334101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ounded Rectangle 32"/>
              <p:cNvSpPr/>
              <p:nvPr/>
            </p:nvSpPr>
            <p:spPr>
              <a:xfrm>
                <a:off x="6605350" y="2114299"/>
                <a:ext cx="1265143" cy="904341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Grid Expansion</a:t>
                </a:r>
              </a:p>
            </p:txBody>
          </p:sp>
          <p:cxnSp>
            <p:nvCxnSpPr>
              <p:cNvPr id="34" name="Straight Arrow Connector 33"/>
              <p:cNvCxnSpPr/>
              <p:nvPr/>
            </p:nvCxnSpPr>
            <p:spPr>
              <a:xfrm flipV="1">
                <a:off x="5961593" y="1388000"/>
                <a:ext cx="640286" cy="4216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>
                <a:off x="7871586" y="2566469"/>
                <a:ext cx="99278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/>
              <p:cNvSpPr txBox="1"/>
              <p:nvPr/>
            </p:nvSpPr>
            <p:spPr>
              <a:xfrm rot="2514107">
                <a:off x="8200163" y="400958"/>
                <a:ext cx="1229879" cy="601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b="1" dirty="0"/>
                  <a:t>Demand for future connections</a:t>
                </a: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6605350" y="5129934"/>
                <a:ext cx="1265143" cy="59802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Backstop 1</a:t>
                </a: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6605349" y="5845868"/>
                <a:ext cx="1265143" cy="59802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Backstop 2</a:t>
                </a:r>
              </a:p>
            </p:txBody>
          </p:sp>
          <p:cxnSp>
            <p:nvCxnSpPr>
              <p:cNvPr id="39" name="Straight Arrow Connector 38"/>
              <p:cNvCxnSpPr/>
              <p:nvPr/>
            </p:nvCxnSpPr>
            <p:spPr>
              <a:xfrm>
                <a:off x="7917551" y="5415103"/>
                <a:ext cx="448241" cy="0"/>
              </a:xfrm>
              <a:prstGeom prst="straightConnector1">
                <a:avLst/>
              </a:prstGeom>
              <a:ln w="25400"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flipV="1">
                <a:off x="7917551" y="6137055"/>
                <a:ext cx="944636" cy="1"/>
              </a:xfrm>
              <a:prstGeom prst="straightConnector1">
                <a:avLst/>
              </a:prstGeom>
              <a:ln w="25400"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>
                <a:off x="3131371" y="3105626"/>
                <a:ext cx="344917" cy="0"/>
              </a:xfrm>
              <a:prstGeom prst="straightConnector1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/>
              <p:nvPr/>
            </p:nvCxnSpPr>
            <p:spPr>
              <a:xfrm>
                <a:off x="3124198" y="1673288"/>
                <a:ext cx="344917" cy="0"/>
              </a:xfrm>
              <a:prstGeom prst="straightConnector1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TextBox 61"/>
            <p:cNvSpPr txBox="1"/>
            <p:nvPr/>
          </p:nvSpPr>
          <p:spPr>
            <a:xfrm rot="2514107">
              <a:off x="5676663" y="598095"/>
              <a:ext cx="12613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Electricity</a:t>
              </a: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962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2841"/>
            <a:ext cx="10515600" cy="1116286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3478370" y="1965134"/>
            <a:ext cx="344917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13227" y="2945241"/>
            <a:ext cx="1265143" cy="904341"/>
          </a:xfrm>
          <a:prstGeom prst="round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Natural Gas Imports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13227" y="1512964"/>
            <a:ext cx="1265143" cy="904341"/>
          </a:xfrm>
          <a:prstGeom prst="round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Natural Gas Production</a:t>
            </a:r>
          </a:p>
        </p:txBody>
      </p:sp>
      <p:sp>
        <p:nvSpPr>
          <p:cNvPr id="11" name="TextBox 10"/>
          <p:cNvSpPr txBox="1"/>
          <p:nvPr/>
        </p:nvSpPr>
        <p:spPr>
          <a:xfrm rot="2514107">
            <a:off x="3065354" y="987947"/>
            <a:ext cx="1261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Natural Gas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830460" y="1385754"/>
            <a:ext cx="0" cy="5334101"/>
          </a:xfrm>
          <a:prstGeom prst="line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301248" y="1385754"/>
            <a:ext cx="0" cy="5348271"/>
          </a:xfrm>
          <a:prstGeom prst="line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706966" y="3415446"/>
            <a:ext cx="1265143" cy="59802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Wind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315765" y="2684969"/>
            <a:ext cx="637370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706966" y="4492010"/>
            <a:ext cx="1265143" cy="59802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New CCGT/GT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989161" y="4795938"/>
            <a:ext cx="326604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6" idx="1"/>
          </p:cNvCxnSpPr>
          <p:nvPr/>
        </p:nvCxnSpPr>
        <p:spPr>
          <a:xfrm>
            <a:off x="3830460" y="4791020"/>
            <a:ext cx="876506" cy="1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706968" y="1385754"/>
            <a:ext cx="1265143" cy="59802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Hydro run-of-river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6967" y="2417305"/>
            <a:ext cx="1265143" cy="59802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Hydro Dam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5978117" y="1679846"/>
            <a:ext cx="326603" cy="4918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5989162" y="3696414"/>
            <a:ext cx="326603" cy="4918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722151" y="1385754"/>
            <a:ext cx="0" cy="532363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 rot="2514107">
            <a:off x="7600992" y="871150"/>
            <a:ext cx="17866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Demand for electrified population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59522" y="1385754"/>
            <a:ext cx="1265143" cy="904341"/>
          </a:xfrm>
          <a:prstGeom prst="round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Transmission &amp; Distribution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5968259" y="2690589"/>
            <a:ext cx="326603" cy="4918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8224665" y="1837924"/>
            <a:ext cx="497486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250246" y="4866222"/>
            <a:ext cx="966113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959522" y="3472570"/>
            <a:ext cx="1265143" cy="79746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Dist. Solar PV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8240145" y="3871300"/>
            <a:ext cx="976214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959522" y="4467492"/>
            <a:ext cx="1265143" cy="79746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Dist. Solar PV with battery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9216359" y="1375291"/>
            <a:ext cx="0" cy="533410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959522" y="2406145"/>
            <a:ext cx="1265143" cy="904341"/>
          </a:xfrm>
          <a:prstGeom prst="round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Grid Expansion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6315765" y="1679846"/>
            <a:ext cx="640286" cy="4216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8225758" y="2858315"/>
            <a:ext cx="992786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 rot="2514107">
            <a:off x="8554335" y="692804"/>
            <a:ext cx="1229879" cy="60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Demand for future connections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59522" y="5421780"/>
            <a:ext cx="1265143" cy="598021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Backstop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59521" y="6137714"/>
            <a:ext cx="1265143" cy="598021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Backstop 2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8271723" y="5706949"/>
            <a:ext cx="448241" cy="0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8271723" y="6428901"/>
            <a:ext cx="944636" cy="1"/>
          </a:xfrm>
          <a:prstGeom prst="straightConnector1">
            <a:avLst/>
          </a:prstGeom>
          <a:ln w="254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3485543" y="3397472"/>
            <a:ext cx="344917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 rot="2514107">
            <a:off x="5579383" y="977480"/>
            <a:ext cx="1261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Electricity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62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Then, we need to create fuels (Set FUEL) to represent final consumption of electricity (let’s call these </a:t>
            </a:r>
            <a:r>
              <a:rPr lang="en-US" b="1" dirty="0"/>
              <a:t>FEL1</a:t>
            </a:r>
            <a:r>
              <a:rPr lang="en-US" dirty="0"/>
              <a:t> for electricity for already grid connected households and </a:t>
            </a:r>
            <a:r>
              <a:rPr lang="en-US" b="1" dirty="0"/>
              <a:t>FEL2</a:t>
            </a:r>
            <a:r>
              <a:rPr lang="en-US" dirty="0"/>
              <a:t> for demand from future connections)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391451" y="377005"/>
            <a:ext cx="7409098" cy="1116286"/>
          </a:xfrm>
        </p:spPr>
        <p:txBody>
          <a:bodyPr/>
          <a:lstStyle/>
          <a:p>
            <a:r>
              <a:rPr lang="en-US" dirty="0"/>
              <a:t>Defining electricity demand in households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40" y="2978152"/>
            <a:ext cx="5372520" cy="30492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E0149C-71EA-4343-990B-BCCE8EAE7323}"/>
              </a:ext>
            </a:extLst>
          </p:cNvPr>
          <p:cNvSpPr txBox="1"/>
          <p:nvPr/>
        </p:nvSpPr>
        <p:spPr>
          <a:xfrm>
            <a:off x="9222377" y="5029200"/>
            <a:ext cx="2508069" cy="998220"/>
          </a:xfrm>
          <a:prstGeom prst="rect">
            <a:avLst/>
          </a:prstGeom>
        </p:spPr>
        <p:txBody>
          <a:bodyPr vert="horz" wrap="square" lIns="91440" tIns="0" rIns="91440" bIns="0" rtlCol="0" anchor="t">
            <a:normAutofit fontScale="92500"/>
          </a:bodyPr>
          <a:lstStyle/>
          <a:p>
            <a:pPr marL="457200" indent="0"/>
            <a:r>
              <a:rPr lang="en-GB" sz="3000" spc="-150" dirty="0"/>
              <a:t>Don’t forget to click </a:t>
            </a:r>
            <a:r>
              <a:rPr lang="en-GB" sz="3000" b="1" spc="-150" dirty="0"/>
              <a:t>’</a:t>
            </a:r>
            <a:r>
              <a:rPr lang="en-GB" sz="3000" b="1" spc="-150" dirty="0">
                <a:solidFill>
                  <a:srgbClr val="FF0000"/>
                </a:solidFill>
              </a:rPr>
              <a:t>Save</a:t>
            </a:r>
            <a:r>
              <a:rPr lang="en-GB" sz="3000" b="1" spc="-150" dirty="0"/>
              <a:t>’!!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70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71C7C5-E73B-4826-9F7A-D3AA8269C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6149"/>
            <a:ext cx="4243086" cy="455073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dirty="0" err="1"/>
              <a:t>Now</a:t>
            </a:r>
            <a:r>
              <a:rPr lang="sv-SE" dirty="0"/>
              <a:t> </a:t>
            </a:r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b="1" dirty="0"/>
              <a:t>’Back to </a:t>
            </a:r>
            <a:r>
              <a:rPr lang="sv-SE" b="1" dirty="0" err="1"/>
              <a:t>model</a:t>
            </a:r>
            <a:r>
              <a:rPr lang="sv-SE" b="1" dirty="0"/>
              <a:t> list’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dirty="0"/>
              <a:t>In the </a:t>
            </a:r>
            <a:r>
              <a:rPr lang="sv-SE" dirty="0" err="1"/>
              <a:t>model</a:t>
            </a:r>
            <a:r>
              <a:rPr lang="sv-SE" dirty="0"/>
              <a:t> list, </a:t>
            </a:r>
            <a:r>
              <a:rPr lang="sv-SE" dirty="0" err="1"/>
              <a:t>select</a:t>
            </a:r>
            <a:r>
              <a:rPr lang="sv-SE" dirty="0"/>
              <a:t> </a:t>
            </a:r>
            <a:r>
              <a:rPr lang="sv-SE" b="1" dirty="0"/>
              <a:t>’Scenarios’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model</a:t>
            </a:r>
            <a:endParaRPr lang="sv-S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dirty="0" err="1"/>
              <a:t>Here</a:t>
            </a:r>
            <a:r>
              <a:rPr lang="sv-SE" dirty="0"/>
              <a:t> </a:t>
            </a:r>
            <a:r>
              <a:rPr lang="sv-SE" dirty="0" err="1"/>
              <a:t>click</a:t>
            </a:r>
            <a:r>
              <a:rPr lang="sv-SE" dirty="0"/>
              <a:t> on </a:t>
            </a:r>
            <a:r>
              <a:rPr lang="sv-SE" b="1" dirty="0"/>
              <a:t>’</a:t>
            </a:r>
            <a:r>
              <a:rPr lang="sv-SE" b="1" dirty="0" err="1"/>
              <a:t>Enter</a:t>
            </a:r>
            <a:r>
              <a:rPr lang="sv-SE" b="1" dirty="0"/>
              <a:t> data’</a:t>
            </a:r>
            <a:endParaRPr lang="en-GB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8D1A17-C2DA-4E4A-9C9D-456800337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1E4480-B872-4AA2-902D-2FC92F5B8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831" y="1648593"/>
            <a:ext cx="6108969" cy="26817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3388DDB-65A8-48CC-A0A3-D4782629DBDA}"/>
              </a:ext>
            </a:extLst>
          </p:cNvPr>
          <p:cNvSpPr/>
          <p:nvPr/>
        </p:nvSpPr>
        <p:spPr>
          <a:xfrm>
            <a:off x="9174484" y="3662969"/>
            <a:ext cx="705394" cy="2612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electricity demand in households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58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Two</a:t>
            </a:r>
            <a:r>
              <a:rPr lang="en-US" dirty="0"/>
              <a:t> options for demand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SpecifiedAnnualDemand</a:t>
            </a:r>
            <a:r>
              <a:rPr lang="en-US" dirty="0"/>
              <a:t> - used for fuels whose demand varies within the year/day. E.g. electricity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AccumulatedAnnualDemand</a:t>
            </a:r>
            <a:r>
              <a:rPr lang="en-US" dirty="0"/>
              <a:t> – used for fuels that do not necessarily have to be provided at an exact point in time. E.g. gasoline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7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 demand type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43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Since electricity demand varies within seasons and days, the parameter </a:t>
            </a:r>
            <a:r>
              <a:rPr lang="en-US" i="1" dirty="0" err="1"/>
              <a:t>SpecifiedAnnualDemand</a:t>
            </a:r>
            <a:r>
              <a:rPr lang="en-US" dirty="0"/>
              <a:t> has to be used for residential electricity. Insert the following values for the </a:t>
            </a:r>
            <a:r>
              <a:rPr lang="en-US" b="1" u="sng" dirty="0"/>
              <a:t>annual</a:t>
            </a:r>
            <a:r>
              <a:rPr lang="en-US" b="1" dirty="0"/>
              <a:t> final electricity demand</a:t>
            </a:r>
            <a:r>
              <a:rPr lang="en-US" dirty="0"/>
              <a:t> for the fuel </a:t>
            </a:r>
            <a:r>
              <a:rPr lang="en-US" b="1" dirty="0"/>
              <a:t>FEL1</a:t>
            </a:r>
            <a:r>
              <a:rPr lang="en-US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412172"/>
              </p:ext>
            </p:extLst>
          </p:nvPr>
        </p:nvGraphicFramePr>
        <p:xfrm>
          <a:off x="2650670" y="3297980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PJ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2.214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2.225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2.274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2.342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2.426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2.509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2.589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2.683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2.78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PJ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2.886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2.955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3.006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3.061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3.121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3.186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3.258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3.336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3.419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PJ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3.503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3.589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3.676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3.763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3.855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3.952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4.054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4.161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4.273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annual electricity demand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53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proceed to enter </a:t>
            </a:r>
            <a:r>
              <a:rPr lang="en-US" b="1" u="sng" dirty="0"/>
              <a:t>annual</a:t>
            </a:r>
            <a:r>
              <a:rPr lang="en-US" b="1" dirty="0"/>
              <a:t> final electricity demand</a:t>
            </a:r>
            <a:r>
              <a:rPr lang="en-US" dirty="0"/>
              <a:t> projections (parameter </a:t>
            </a:r>
            <a:r>
              <a:rPr lang="en-US" i="1" dirty="0" err="1"/>
              <a:t>SpecifiedAnnualDemand</a:t>
            </a:r>
            <a:r>
              <a:rPr lang="en-US" dirty="0"/>
              <a:t>) for the fuel </a:t>
            </a:r>
            <a:r>
              <a:rPr lang="en-US" b="1" dirty="0"/>
              <a:t>FEL2</a:t>
            </a:r>
            <a:r>
              <a:rPr lang="en-US" dirty="0"/>
              <a:t>, which represents electricity consumption by newly electrified population.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674328"/>
              </p:ext>
            </p:extLst>
          </p:nvPr>
        </p:nvGraphicFramePr>
        <p:xfrm>
          <a:off x="2650670" y="3297980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PJ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0.3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0.7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0.75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PJ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1.25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1.28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1.3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1.35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PJ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1.64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1.7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1.78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1.85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2.05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annual electricity demand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61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9" name="Chart 8"/>
          <p:cNvGraphicFramePr/>
          <p:nvPr>
            <p:extLst/>
          </p:nvPr>
        </p:nvGraphicFramePr>
        <p:xfrm>
          <a:off x="900300" y="1616149"/>
          <a:ext cx="10391400" cy="453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variability - Seasonal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44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11</a:t>
            </a:fld>
            <a:endParaRPr lang="en-US" dirty="0"/>
          </a:p>
        </p:txBody>
      </p:sp>
      <p:graphicFrame>
        <p:nvGraphicFramePr>
          <p:cNvPr id="9" name="Chart 8"/>
          <p:cNvGraphicFramePr/>
          <p:nvPr>
            <p:extLst/>
          </p:nvPr>
        </p:nvGraphicFramePr>
        <p:xfrm>
          <a:off x="900144" y="1761808"/>
          <a:ext cx="10391400" cy="453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1954711" y="2634702"/>
            <a:ext cx="9020286" cy="674916"/>
            <a:chOff x="1894114" y="2432953"/>
            <a:chExt cx="9020286" cy="674916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1894114" y="2841171"/>
              <a:ext cx="1687286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581400" y="3107869"/>
              <a:ext cx="239485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8196943" y="3069768"/>
              <a:ext cx="271745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976257" y="2443841"/>
              <a:ext cx="2220686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5953604" y="2443841"/>
              <a:ext cx="0" cy="66402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8196061" y="2432953"/>
              <a:ext cx="0" cy="66402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581400" y="2841171"/>
              <a:ext cx="0" cy="25581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6014201" y="1428811"/>
            <a:ext cx="4960796" cy="3199170"/>
            <a:chOff x="5871961" y="1357691"/>
            <a:chExt cx="4960796" cy="319917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5871961" y="3238498"/>
              <a:ext cx="0" cy="1318363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8114418" y="3227610"/>
              <a:ext cx="0" cy="1318363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7674429" y="1690688"/>
              <a:ext cx="0" cy="1509709"/>
            </a:xfrm>
            <a:prstGeom prst="straightConnector1">
              <a:avLst/>
            </a:prstGeom>
            <a:ln w="508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7073090" y="1357691"/>
              <a:ext cx="37596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b="1" dirty="0" err="1">
                  <a:solidFill>
                    <a:srgbClr val="C00000"/>
                  </a:solidFill>
                </a:rPr>
                <a:t>Demand</a:t>
              </a:r>
              <a:r>
                <a:rPr lang="sv-SE" b="1" dirty="0">
                  <a:solidFill>
                    <a:srgbClr val="C00000"/>
                  </a:solidFill>
                </a:rPr>
                <a:t> </a:t>
              </a:r>
              <a:r>
                <a:rPr lang="sv-SE" b="1" dirty="0" err="1">
                  <a:solidFill>
                    <a:srgbClr val="C00000"/>
                  </a:solidFill>
                </a:rPr>
                <a:t>corresponding</a:t>
              </a:r>
              <a:r>
                <a:rPr lang="sv-SE" b="1" dirty="0">
                  <a:solidFill>
                    <a:srgbClr val="C00000"/>
                  </a:solidFill>
                </a:rPr>
                <a:t> to Summer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variability - Seasonal</a:t>
            </a:r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55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12</a:t>
            </a:fld>
            <a:endParaRPr lang="en-US" dirty="0"/>
          </a:p>
        </p:txBody>
      </p:sp>
      <p:graphicFrame>
        <p:nvGraphicFramePr>
          <p:cNvPr id="15" name="Chart 14"/>
          <p:cNvGraphicFramePr/>
          <p:nvPr>
            <p:extLst/>
          </p:nvPr>
        </p:nvGraphicFramePr>
        <p:xfrm>
          <a:off x="1246160" y="1735355"/>
          <a:ext cx="9720000" cy="453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5" name="Group 34"/>
          <p:cNvGrpSpPr/>
          <p:nvPr/>
        </p:nvGrpSpPr>
        <p:grpSpPr>
          <a:xfrm>
            <a:off x="2334263" y="3008086"/>
            <a:ext cx="8452754" cy="582382"/>
            <a:chOff x="2324103" y="2754086"/>
            <a:chExt cx="8452754" cy="582382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2324103" y="3336468"/>
              <a:ext cx="3064326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176658" y="3086097"/>
              <a:ext cx="1600199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388429" y="2754086"/>
              <a:ext cx="3788229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388429" y="2754086"/>
              <a:ext cx="0" cy="582382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9176658" y="2754086"/>
              <a:ext cx="0" cy="31568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5398588" y="1660139"/>
            <a:ext cx="5965372" cy="3557747"/>
            <a:chOff x="5871961" y="1277318"/>
            <a:chExt cx="5965372" cy="3557747"/>
          </a:xfrm>
        </p:grpSpPr>
        <p:cxnSp>
          <p:nvCxnSpPr>
            <p:cNvPr id="37" name="Straight Connector 36"/>
            <p:cNvCxnSpPr/>
            <p:nvPr/>
          </p:nvCxnSpPr>
          <p:spPr>
            <a:xfrm>
              <a:off x="5871961" y="3238498"/>
              <a:ext cx="1" cy="1596567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9660191" y="2957276"/>
              <a:ext cx="0" cy="1877789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7674429" y="1690688"/>
              <a:ext cx="0" cy="1509709"/>
            </a:xfrm>
            <a:prstGeom prst="straightConnector1">
              <a:avLst/>
            </a:prstGeom>
            <a:ln w="508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7500723" y="1277318"/>
              <a:ext cx="4336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b="1" dirty="0" err="1">
                  <a:solidFill>
                    <a:srgbClr val="C00000"/>
                  </a:solidFill>
                </a:rPr>
                <a:t>Demand</a:t>
              </a:r>
              <a:r>
                <a:rPr lang="sv-SE" b="1" dirty="0">
                  <a:solidFill>
                    <a:srgbClr val="C00000"/>
                  </a:solidFill>
                </a:rPr>
                <a:t> </a:t>
              </a:r>
              <a:r>
                <a:rPr lang="sv-SE" b="1" dirty="0" err="1">
                  <a:solidFill>
                    <a:srgbClr val="C00000"/>
                  </a:solidFill>
                </a:rPr>
                <a:t>corresponding</a:t>
              </a:r>
              <a:r>
                <a:rPr lang="sv-SE" b="1" dirty="0">
                  <a:solidFill>
                    <a:srgbClr val="C00000"/>
                  </a:solidFill>
                </a:rPr>
                <a:t> to Summer Day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variability - Daily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21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calculate the values defining the duration of the time slices, we simply account for the length of each time slice within a year. For instance, if summer last 3 months (i.e. 25% of the year) and the night lasts 8 hours during summer (i.e. 33% of a summer day), summer nights account for 8.33% of the year (i.e. 33%*25%). </a:t>
            </a:r>
            <a:r>
              <a:rPr lang="en-US" i="1"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 our simple model case, insert the following values for the parameter </a:t>
            </a:r>
            <a:r>
              <a:rPr lang="en-US" i="1" dirty="0" err="1"/>
              <a:t>YearSplit</a:t>
            </a:r>
            <a:r>
              <a:rPr lang="en-US" dirty="0"/>
              <a:t>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13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4913539" y="3980907"/>
          <a:ext cx="2364922" cy="206883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182461">
                  <a:extLst>
                    <a:ext uri="{9D8B030D-6E8A-4147-A177-3AD203B41FA5}">
                      <a16:colId xmlns:a16="http://schemas.microsoft.com/office/drawing/2014/main" val="1537120723"/>
                    </a:ext>
                  </a:extLst>
                </a:gridCol>
                <a:gridCol w="1182461">
                  <a:extLst>
                    <a:ext uri="{9D8B030D-6E8A-4147-A177-3AD203B41FA5}">
                      <a16:colId xmlns:a16="http://schemas.microsoft.com/office/drawing/2014/main" val="3701016768"/>
                    </a:ext>
                  </a:extLst>
                </a:gridCol>
              </a:tblGrid>
              <a:tr h="292009">
                <a:tc>
                  <a:txBody>
                    <a:bodyPr/>
                    <a:lstStyle/>
                    <a:p>
                      <a:pPr algn="l" fontAlgn="b"/>
                      <a:r>
                        <a:rPr lang="sv-SE" sz="2200" b="1" u="none" strike="noStrike" dirty="0">
                          <a:effectLst/>
                        </a:rPr>
                        <a:t>ID</a:t>
                      </a:r>
                      <a:endParaRPr lang="sv-SE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2200" u="none" strike="noStrike" dirty="0">
                          <a:effectLst/>
                        </a:rPr>
                        <a:t>0.1667</a:t>
                      </a:r>
                      <a:endParaRPr lang="sv-SE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0031251"/>
                  </a:ext>
                </a:extLst>
              </a:tr>
              <a:tr h="292009">
                <a:tc>
                  <a:txBody>
                    <a:bodyPr/>
                    <a:lstStyle/>
                    <a:p>
                      <a:pPr algn="l" fontAlgn="b"/>
                      <a:r>
                        <a:rPr lang="sv-SE" sz="2200" b="1" u="none" strike="noStrike" dirty="0">
                          <a:effectLst/>
                        </a:rPr>
                        <a:t>IN</a:t>
                      </a:r>
                      <a:endParaRPr lang="sv-SE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2200" u="none" strike="noStrike" dirty="0">
                          <a:effectLst/>
                        </a:rPr>
                        <a:t>0.0833</a:t>
                      </a:r>
                      <a:endParaRPr lang="sv-SE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14607"/>
                  </a:ext>
                </a:extLst>
              </a:tr>
              <a:tr h="292009">
                <a:tc>
                  <a:txBody>
                    <a:bodyPr/>
                    <a:lstStyle/>
                    <a:p>
                      <a:pPr algn="l" fontAlgn="b"/>
                      <a:r>
                        <a:rPr lang="sv-SE" sz="2200" b="1" u="none" strike="noStrike" dirty="0">
                          <a:effectLst/>
                        </a:rPr>
                        <a:t>SD</a:t>
                      </a:r>
                      <a:endParaRPr lang="sv-SE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2200" u="none" strike="noStrike" dirty="0">
                          <a:effectLst/>
                        </a:rPr>
                        <a:t>0.1667</a:t>
                      </a:r>
                      <a:endParaRPr lang="sv-SE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53486050"/>
                  </a:ext>
                </a:extLst>
              </a:tr>
              <a:tr h="292009">
                <a:tc>
                  <a:txBody>
                    <a:bodyPr/>
                    <a:lstStyle/>
                    <a:p>
                      <a:pPr algn="l" fontAlgn="b"/>
                      <a:r>
                        <a:rPr lang="sv-SE" sz="2200" b="1" u="none" strike="noStrike" dirty="0">
                          <a:effectLst/>
                        </a:rPr>
                        <a:t>SN</a:t>
                      </a:r>
                      <a:endParaRPr lang="sv-SE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2200" u="none" strike="noStrike" dirty="0">
                          <a:effectLst/>
                        </a:rPr>
                        <a:t>0.0833</a:t>
                      </a:r>
                      <a:endParaRPr lang="sv-SE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3926266"/>
                  </a:ext>
                </a:extLst>
              </a:tr>
              <a:tr h="292009">
                <a:tc>
                  <a:txBody>
                    <a:bodyPr/>
                    <a:lstStyle/>
                    <a:p>
                      <a:pPr algn="l" fontAlgn="b"/>
                      <a:r>
                        <a:rPr lang="sv-SE" sz="2200" b="1" u="none" strike="noStrike" dirty="0">
                          <a:effectLst/>
                        </a:rPr>
                        <a:t>WD</a:t>
                      </a:r>
                      <a:endParaRPr lang="sv-SE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2200" u="none" strike="noStrike" dirty="0">
                          <a:effectLst/>
                        </a:rPr>
                        <a:t>0.3333</a:t>
                      </a:r>
                      <a:endParaRPr lang="sv-SE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4121508"/>
                  </a:ext>
                </a:extLst>
              </a:tr>
              <a:tr h="292009">
                <a:tc>
                  <a:txBody>
                    <a:bodyPr/>
                    <a:lstStyle/>
                    <a:p>
                      <a:pPr algn="l" fontAlgn="b"/>
                      <a:r>
                        <a:rPr lang="sv-SE" sz="2200" b="1" u="none" strike="noStrike" dirty="0">
                          <a:effectLst/>
                        </a:rPr>
                        <a:t>WN</a:t>
                      </a:r>
                      <a:endParaRPr lang="sv-SE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2200" u="none" strike="noStrike" dirty="0">
                          <a:effectLst/>
                        </a:rPr>
                        <a:t>0.1667</a:t>
                      </a:r>
                      <a:endParaRPr lang="sv-SE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3343648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duration of time slices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90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the case of our simple model, we will define three seasons (</a:t>
            </a:r>
            <a:r>
              <a:rPr lang="en-US" b="1" dirty="0"/>
              <a:t>S</a:t>
            </a:r>
            <a:r>
              <a:rPr lang="en-US" dirty="0"/>
              <a:t>ummer, </a:t>
            </a:r>
            <a:r>
              <a:rPr lang="en-US" b="1" dirty="0"/>
              <a:t>W</a:t>
            </a:r>
            <a:r>
              <a:rPr lang="en-US" dirty="0"/>
              <a:t>inter and </a:t>
            </a:r>
            <a:r>
              <a:rPr lang="en-US" b="1" dirty="0"/>
              <a:t>I</a:t>
            </a:r>
            <a:r>
              <a:rPr lang="en-US" dirty="0"/>
              <a:t>ntermediate), each one split into two day parts (</a:t>
            </a:r>
            <a:r>
              <a:rPr lang="en-US" b="1" dirty="0"/>
              <a:t>D</a:t>
            </a:r>
            <a:r>
              <a:rPr lang="en-US" dirty="0"/>
              <a:t>ay and </a:t>
            </a:r>
            <a:r>
              <a:rPr lang="en-US" b="1" dirty="0"/>
              <a:t>N</a:t>
            </a:r>
            <a:r>
              <a:rPr lang="en-US" dirty="0"/>
              <a:t>ight).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using the parameter </a:t>
            </a:r>
            <a:r>
              <a:rPr lang="en-US" dirty="0" err="1"/>
              <a:t>SpecifiedAnnualDemand</a:t>
            </a:r>
            <a:r>
              <a:rPr lang="en-US" dirty="0"/>
              <a:t> to define how much energy demand is required annually for a specific fuel, the </a:t>
            </a:r>
            <a:r>
              <a:rPr lang="en-US" i="1" dirty="0" err="1"/>
              <a:t>SpecifiedDemandProfile</a:t>
            </a:r>
            <a:r>
              <a:rPr lang="en-US" dirty="0"/>
              <a:t> also needs to be defined.</a:t>
            </a:r>
          </a:p>
          <a:p>
            <a:pPr lvl="1"/>
            <a:r>
              <a:rPr lang="en-US" sz="2600" i="1" dirty="0" err="1"/>
              <a:t>SpecifiedDemandProfile</a:t>
            </a:r>
            <a:r>
              <a:rPr lang="en-US" sz="2600" dirty="0"/>
              <a:t> defines the </a:t>
            </a:r>
            <a:r>
              <a:rPr lang="en-US" sz="2600" b="1" dirty="0"/>
              <a:t>share of energy demand required at each particular part of the year </a:t>
            </a:r>
            <a:r>
              <a:rPr lang="en-US" sz="2600" dirty="0"/>
              <a:t>(i.e. </a:t>
            </a:r>
            <a:r>
              <a:rPr lang="en-US" sz="2600" dirty="0" err="1"/>
              <a:t>timeslice</a:t>
            </a:r>
            <a:r>
              <a:rPr lang="en-US" sz="2600" dirty="0"/>
              <a:t>). </a:t>
            </a:r>
          </a:p>
          <a:p>
            <a:pPr lvl="2"/>
            <a:r>
              <a:rPr lang="en-US" sz="2200" dirty="0"/>
              <a:t>E.g. 15% of the electricity demand in households corresponds to the Summer Day (SD) </a:t>
            </a:r>
            <a:r>
              <a:rPr lang="en-US" sz="2200" dirty="0" err="1"/>
              <a:t>timeslice</a:t>
            </a:r>
            <a:endParaRPr lang="en-US" sz="2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load profile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785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calculate the required values for </a:t>
            </a:r>
            <a:r>
              <a:rPr lang="en-US" i="1" dirty="0" err="1"/>
              <a:t>SpecifiedDemandProfile</a:t>
            </a:r>
            <a:r>
              <a:rPr lang="en-US" i="1" dirty="0"/>
              <a:t>, we multiply the share of demand of the season in question (e.g. summer – 20%) by the share of demand of the day part within that season (e.g. day – 75%) to arrive at a final value for summer day (e.g. 15%)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 our simple model case, insert the following values for </a:t>
            </a:r>
            <a:r>
              <a:rPr lang="en-US" i="1" dirty="0" err="1"/>
              <a:t>SpecifiedDemandProfile</a:t>
            </a:r>
            <a:r>
              <a:rPr lang="en-US" dirty="0"/>
              <a:t> of fuels </a:t>
            </a:r>
            <a:r>
              <a:rPr lang="en-US" b="1" dirty="0"/>
              <a:t>FEL1</a:t>
            </a:r>
            <a:r>
              <a:rPr lang="en-US" dirty="0"/>
              <a:t> and </a:t>
            </a:r>
            <a:r>
              <a:rPr lang="en-US" b="1" dirty="0"/>
              <a:t>FEL2</a:t>
            </a:r>
            <a:r>
              <a:rPr lang="en-US" dirty="0"/>
              <a:t> for all years: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4913539" y="4141987"/>
          <a:ext cx="2364922" cy="206883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182461">
                  <a:extLst>
                    <a:ext uri="{9D8B030D-6E8A-4147-A177-3AD203B41FA5}">
                      <a16:colId xmlns:a16="http://schemas.microsoft.com/office/drawing/2014/main" val="1537120723"/>
                    </a:ext>
                  </a:extLst>
                </a:gridCol>
                <a:gridCol w="1182461">
                  <a:extLst>
                    <a:ext uri="{9D8B030D-6E8A-4147-A177-3AD203B41FA5}">
                      <a16:colId xmlns:a16="http://schemas.microsoft.com/office/drawing/2014/main" val="3701016768"/>
                    </a:ext>
                  </a:extLst>
                </a:gridCol>
              </a:tblGrid>
              <a:tr h="292009">
                <a:tc>
                  <a:txBody>
                    <a:bodyPr/>
                    <a:lstStyle/>
                    <a:p>
                      <a:pPr algn="l" fontAlgn="b"/>
                      <a:r>
                        <a:rPr lang="sv-SE" sz="2200" b="1" u="none" strike="noStrike" dirty="0">
                          <a:effectLst/>
                        </a:rPr>
                        <a:t>ID</a:t>
                      </a:r>
                      <a:endParaRPr lang="sv-SE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2200" u="none" strike="noStrike" dirty="0">
                          <a:effectLst/>
                        </a:rPr>
                        <a:t>0.12</a:t>
                      </a:r>
                      <a:endParaRPr lang="sv-SE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0031251"/>
                  </a:ext>
                </a:extLst>
              </a:tr>
              <a:tr h="292009">
                <a:tc>
                  <a:txBody>
                    <a:bodyPr/>
                    <a:lstStyle/>
                    <a:p>
                      <a:pPr algn="l" fontAlgn="b"/>
                      <a:r>
                        <a:rPr lang="sv-SE" sz="2200" b="1" u="none" strike="noStrike" dirty="0">
                          <a:effectLst/>
                        </a:rPr>
                        <a:t>IN</a:t>
                      </a:r>
                      <a:endParaRPr lang="sv-SE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2200" u="none" strike="noStrike" dirty="0">
                          <a:effectLst/>
                        </a:rPr>
                        <a:t>0.08</a:t>
                      </a:r>
                      <a:endParaRPr lang="sv-SE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14607"/>
                  </a:ext>
                </a:extLst>
              </a:tr>
              <a:tr h="292009">
                <a:tc>
                  <a:txBody>
                    <a:bodyPr/>
                    <a:lstStyle/>
                    <a:p>
                      <a:pPr algn="l" fontAlgn="b"/>
                      <a:r>
                        <a:rPr lang="sv-SE" sz="2200" b="1" u="none" strike="noStrike" dirty="0">
                          <a:effectLst/>
                        </a:rPr>
                        <a:t>SD</a:t>
                      </a:r>
                      <a:endParaRPr lang="sv-SE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2200" u="none" strike="noStrike" dirty="0">
                          <a:effectLst/>
                        </a:rPr>
                        <a:t>0.15</a:t>
                      </a:r>
                      <a:endParaRPr lang="sv-SE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53486050"/>
                  </a:ext>
                </a:extLst>
              </a:tr>
              <a:tr h="292009">
                <a:tc>
                  <a:txBody>
                    <a:bodyPr/>
                    <a:lstStyle/>
                    <a:p>
                      <a:pPr algn="l" fontAlgn="b"/>
                      <a:r>
                        <a:rPr lang="sv-SE" sz="2200" b="1" u="none" strike="noStrike" dirty="0">
                          <a:effectLst/>
                        </a:rPr>
                        <a:t>SN</a:t>
                      </a:r>
                      <a:endParaRPr lang="sv-SE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2200" u="none" strike="noStrike" dirty="0">
                          <a:effectLst/>
                        </a:rPr>
                        <a:t>0.05</a:t>
                      </a:r>
                      <a:endParaRPr lang="sv-SE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3926266"/>
                  </a:ext>
                </a:extLst>
              </a:tr>
              <a:tr h="292009">
                <a:tc>
                  <a:txBody>
                    <a:bodyPr/>
                    <a:lstStyle/>
                    <a:p>
                      <a:pPr algn="l" fontAlgn="b"/>
                      <a:r>
                        <a:rPr lang="sv-SE" sz="2200" b="1" u="none" strike="noStrike" dirty="0">
                          <a:effectLst/>
                        </a:rPr>
                        <a:t>WD</a:t>
                      </a:r>
                      <a:endParaRPr lang="sv-SE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2200" u="none" strike="noStrike" dirty="0">
                          <a:effectLst/>
                        </a:rPr>
                        <a:t>0.4</a:t>
                      </a:r>
                      <a:endParaRPr lang="sv-SE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4121508"/>
                  </a:ext>
                </a:extLst>
              </a:tr>
              <a:tr h="292009">
                <a:tc>
                  <a:txBody>
                    <a:bodyPr/>
                    <a:lstStyle/>
                    <a:p>
                      <a:pPr algn="l" fontAlgn="b"/>
                      <a:r>
                        <a:rPr lang="sv-SE" sz="2200" b="1" u="none" strike="noStrike" dirty="0">
                          <a:effectLst/>
                        </a:rPr>
                        <a:t>WN</a:t>
                      </a:r>
                      <a:endParaRPr lang="sv-SE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2200" u="none" strike="noStrike" dirty="0">
                          <a:effectLst/>
                        </a:rPr>
                        <a:t>0.2</a:t>
                      </a:r>
                      <a:endParaRPr lang="sv-SE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334364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4A4FE6-936F-4F58-BBF4-3E321EBAF0B8}"/>
              </a:ext>
            </a:extLst>
          </p:cNvPr>
          <p:cNvSpPr txBox="1"/>
          <p:nvPr/>
        </p:nvSpPr>
        <p:spPr>
          <a:xfrm>
            <a:off x="8737587" y="4665537"/>
            <a:ext cx="2743200" cy="1116285"/>
          </a:xfrm>
          <a:prstGeom prst="rect">
            <a:avLst/>
          </a:prstGeom>
        </p:spPr>
        <p:txBody>
          <a:bodyPr vert="horz" wrap="square" lIns="91440" tIns="0" rIns="91440" bIns="0" rtlCol="0" anchor="t">
            <a:normAutofit/>
          </a:bodyPr>
          <a:lstStyle/>
          <a:p>
            <a:pPr marL="457200" indent="0" algn="ctr"/>
            <a:r>
              <a:rPr lang="en-GB" sz="3000" b="1" spc="-150" dirty="0">
                <a:latin typeface="+mn-lt"/>
              </a:rPr>
              <a:t>Don’t forget to click ’</a:t>
            </a:r>
            <a:r>
              <a:rPr lang="en-GB" sz="3000" b="1" spc="-150" dirty="0">
                <a:solidFill>
                  <a:srgbClr val="FF0000"/>
                </a:solidFill>
                <a:latin typeface="+mn-lt"/>
              </a:rPr>
              <a:t>Save</a:t>
            </a:r>
            <a:r>
              <a:rPr lang="en-GB" sz="3000" b="1" spc="-150" dirty="0">
                <a:latin typeface="+mn-lt"/>
              </a:rPr>
              <a:t>’!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load profile</a:t>
            </a:r>
            <a:endParaRPr lang="fr-F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86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Then, we have to define relevant parameters for the TECHNOLOGY called </a:t>
            </a:r>
            <a:r>
              <a:rPr lang="en-US" b="1" dirty="0"/>
              <a:t>Backstop1</a:t>
            </a:r>
            <a:r>
              <a:rPr lang="en-US" dirty="0"/>
              <a:t>, whose purpose is to indicate the level of unserved electricity demand.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Let’s input the following data for the entire period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16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307687"/>
              </p:ext>
            </p:extLst>
          </p:nvPr>
        </p:nvGraphicFramePr>
        <p:xfrm>
          <a:off x="2032000" y="3777774"/>
          <a:ext cx="8128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834">
                  <a:extLst>
                    <a:ext uri="{9D8B030D-6E8A-4147-A177-3AD203B41FA5}">
                      <a16:colId xmlns:a16="http://schemas.microsoft.com/office/drawing/2014/main" val="2361389505"/>
                    </a:ext>
                  </a:extLst>
                </a:gridCol>
                <a:gridCol w="1862369">
                  <a:extLst>
                    <a:ext uri="{9D8B030D-6E8A-4147-A177-3AD203B41FA5}">
                      <a16:colId xmlns:a16="http://schemas.microsoft.com/office/drawing/2014/main" val="1893327070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995843426"/>
                    </a:ext>
                  </a:extLst>
                </a:gridCol>
                <a:gridCol w="2349157">
                  <a:extLst>
                    <a:ext uri="{9D8B030D-6E8A-4147-A177-3AD203B41FA5}">
                      <a16:colId xmlns:a16="http://schemas.microsoft.com/office/drawing/2014/main" val="1699538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Mode</a:t>
                      </a:r>
                      <a:r>
                        <a:rPr lang="sv-SE" baseline="0" dirty="0"/>
                        <a:t> of Operation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 err="1"/>
                        <a:t>Fuel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2014-2040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57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VariableCost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999999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5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CapitalCost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999999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391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OutputActivity</a:t>
                      </a:r>
                      <a:r>
                        <a:rPr lang="sv-SE" baseline="0" dirty="0" err="1"/>
                        <a:t>Ratio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FEL1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537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OperationalLife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874327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backstop technology I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392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Then, we have to define relevant parameters for the TECHNOLOGY called </a:t>
            </a:r>
            <a:r>
              <a:rPr lang="en-US" b="1" dirty="0"/>
              <a:t>Backstop2</a:t>
            </a:r>
            <a:r>
              <a:rPr lang="en-US" dirty="0"/>
              <a:t>, whose purpose is to indicate the level of unserved electricity demand.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Let’s input the following data for the entire period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17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263564"/>
              </p:ext>
            </p:extLst>
          </p:nvPr>
        </p:nvGraphicFramePr>
        <p:xfrm>
          <a:off x="2032000" y="3777774"/>
          <a:ext cx="8128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834">
                  <a:extLst>
                    <a:ext uri="{9D8B030D-6E8A-4147-A177-3AD203B41FA5}">
                      <a16:colId xmlns:a16="http://schemas.microsoft.com/office/drawing/2014/main" val="2361389505"/>
                    </a:ext>
                  </a:extLst>
                </a:gridCol>
                <a:gridCol w="1862369">
                  <a:extLst>
                    <a:ext uri="{9D8B030D-6E8A-4147-A177-3AD203B41FA5}">
                      <a16:colId xmlns:a16="http://schemas.microsoft.com/office/drawing/2014/main" val="1893327070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995843426"/>
                    </a:ext>
                  </a:extLst>
                </a:gridCol>
                <a:gridCol w="2349157">
                  <a:extLst>
                    <a:ext uri="{9D8B030D-6E8A-4147-A177-3AD203B41FA5}">
                      <a16:colId xmlns:a16="http://schemas.microsoft.com/office/drawing/2014/main" val="1699538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Mode</a:t>
                      </a:r>
                      <a:r>
                        <a:rPr lang="sv-SE" baseline="0" dirty="0"/>
                        <a:t> of Operation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 err="1"/>
                        <a:t>Fuel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2014-2040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57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VariableCost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999999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5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CapitalCost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999999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391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OutputActivity</a:t>
                      </a:r>
                      <a:r>
                        <a:rPr lang="sv-SE" baseline="0" dirty="0" err="1"/>
                        <a:t>Ratio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FEL2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537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/>
                        <a:t>OperationalLife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874327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backstop technology </a:t>
            </a:r>
            <a:r>
              <a:rPr lang="en-US" dirty="0" smtClean="0"/>
              <a:t>II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76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47338"/>
            <a:ext cx="10166028" cy="49915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model and check the results!</a:t>
            </a:r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73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7406</TotalTime>
  <Words>1124</Words>
  <Application>Microsoft Office PowerPoint</Application>
  <PresentationFormat>Widescreen</PresentationFormat>
  <Paragraphs>323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KTH-OpTIMUS-DFID</vt:lpstr>
      <vt:lpstr>Exercise - Learning Objectives</vt:lpstr>
      <vt:lpstr>Defining energy demands in OSeMOSYS</vt:lpstr>
      <vt:lpstr>PowerPoint Presentation</vt:lpstr>
      <vt:lpstr>PowerPoint Presentation</vt:lpstr>
      <vt:lpstr>Defining electricity demand in households</vt:lpstr>
      <vt:lpstr>Defining electricity demand in households</vt:lpstr>
      <vt:lpstr>Choosing a demand type</vt:lpstr>
      <vt:lpstr>Defining annual electricity demand</vt:lpstr>
      <vt:lpstr>Defining annual electricity demand</vt:lpstr>
      <vt:lpstr>Demand variability - Seasonal</vt:lpstr>
      <vt:lpstr>Demand variability - Seasonal</vt:lpstr>
      <vt:lpstr>Demand variability - Daily</vt:lpstr>
      <vt:lpstr>Defining duration of time slices</vt:lpstr>
      <vt:lpstr>Defining load profile</vt:lpstr>
      <vt:lpstr>Defining load profile</vt:lpstr>
      <vt:lpstr>Adding a backstop technology I</vt:lpstr>
      <vt:lpstr>Adding a backstop technology II</vt:lpstr>
      <vt:lpstr>Run the model and check the results!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160</cp:revision>
  <dcterms:created xsi:type="dcterms:W3CDTF">2017-06-07T13:22:49Z</dcterms:created>
  <dcterms:modified xsi:type="dcterms:W3CDTF">2020-04-02T16:31:04Z</dcterms:modified>
</cp:coreProperties>
</file>