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2"/>
    <p:sldMasterId id="2147483667" r:id="rId3"/>
  </p:sldMasterIdLst>
  <p:notesMasterIdLst>
    <p:notesMasterId r:id="rId5"/>
  </p:notesMasterIdLst>
  <p:handoutMasterIdLst>
    <p:handoutMasterId r:id="rId6"/>
  </p:handoutMasterIdLst>
  <p:sldIdLst>
    <p:sldId id="53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rancesco Gardumi" initials="FG" lastIdx="1" clrIdx="1">
    <p:extLst>
      <p:ext uri="{19B8F6BF-5375-455C-9EA6-DF929625EA0E}">
        <p15:presenceInfo xmlns:p15="http://schemas.microsoft.com/office/powerpoint/2012/main" userId="S-1-5-21-4270984560-2697355171-1338322823-6359" providerId="AD"/>
      </p:ext>
    </p:extLst>
  </p:cmAuthor>
  <p:cmAuthor id="3" name="Youssef Almulla" initials="YA" lastIdx="5" clrIdx="0">
    <p:extLst>
      <p:ext uri="{19B8F6BF-5375-455C-9EA6-DF929625EA0E}">
        <p15:presenceInfo xmlns:p15="http://schemas.microsoft.com/office/powerpoint/2012/main" userId="50222d39666882b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88" autoAdjust="0"/>
    <p:restoredTop sz="71253" autoAdjust="0"/>
  </p:normalViewPr>
  <p:slideViewPr>
    <p:cSldViewPr snapToGrid="0">
      <p:cViewPr varScale="1">
        <p:scale>
          <a:sx n="84" d="100"/>
          <a:sy n="84" d="100"/>
        </p:scale>
        <p:origin x="1292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3E99D3-575E-4B33-AEE3-580024E0F63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4366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67DC8DA-F41D-4357-AF7D-8B07BAA50DFB}" type="datetime5">
              <a:rPr lang="en-US" smtClean="0"/>
              <a:t>2-Apr-20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338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7A9FDE58-F5A0-44E1-8715-DD877F75B0B0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95747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Changelog and attribution</a:t>
            </a:r>
            <a:endParaRPr lang="en-GB" dirty="0"/>
          </a:p>
        </p:txBody>
      </p:sp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1238693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7562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86F4BEB2-7F07-47F3-8710-C1DE8B120BBF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83559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5F15FE8-F8A1-41ED-B085-9135EF2E97BE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50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ECEC93A-8703-4960-9BDC-B08AE530E503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13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83C623C-C0D5-4BB1-B74E-C52FE1B72BEF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07906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F880CF6-3BB5-4798-8708-4C4F6298CD4F}" type="datetime5">
              <a:rPr lang="en-US" smtClean="0"/>
              <a:t>2-Apr-20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54521"/>
            <a:ext cx="9418320" cy="109728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840225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15AE4025-65B5-44FD-A9B4-B7FEEECACB1D}" type="datetime5">
              <a:rPr lang="en-US" smtClean="0"/>
              <a:t>2-Apr-20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31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D8B900-4721-487C-87F4-9B9A5BE843B6}" type="datetime5">
              <a:rPr lang="en-US" smtClean="0"/>
              <a:t>2-Apr-20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3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DA1A421-B4C4-4F91-B55B-58BA12350BE8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48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F8B18EB2-02A5-453D-BC9D-4F89E3A4B6C5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486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40BDB8E-8C45-4EA9-B9FE-E0D09EE1F78F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00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8D00E32-ABD3-4E84-B7EE-9FCC81C47861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15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1739AD5-7CEE-4007-907F-0B2E3FA9A06B}" type="datetime5">
              <a:rPr lang="en-US" smtClean="0"/>
              <a:t>2-Apr-20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998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62D44-9BB5-418D-8A48-EA2A97F54C4B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01153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FB40A-63C3-40EC-B484-BEB026E13EAC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924121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29A81-FB0B-4F5B-8E70-D09EB8D7A4A7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448195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8CA8F-4A43-41EF-B497-DD4149C080CA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388922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98AE5-DC26-4EF3-9937-09E278DC60EB}" type="datetime5">
              <a:rPr lang="en-US" smtClean="0"/>
              <a:t>2-Apr-20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92573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9FA0-DDD5-4437-AD8F-C343C9C526D4}" type="datetime5">
              <a:rPr lang="en-US" smtClean="0"/>
              <a:t>2-Apr-20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59131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1C3A-C368-4F0D-8D85-756DC392FC4F}" type="datetime5">
              <a:rPr lang="en-US" smtClean="0"/>
              <a:t>2-Apr-20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185375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6681A-AF31-4120-969B-E924D9A47771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07206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B04DB-4778-4F59-9829-7E4536C23145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173204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AA5E-FF76-4BD9-A1BF-C6E3FD475BF4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25068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34519-1A38-4BCD-BC7F-E184E1462810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8790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942" y="913448"/>
            <a:ext cx="1363858" cy="5352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softEdge rad="1270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2" descr="http://www.osemosys.org/uploads/1/8/5/0/18504136/logo_1.pn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967" y="265989"/>
            <a:ext cx="1977808" cy="71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720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8AAAB-CBEC-416D-83B6-509BD8C5945B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3633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301421511004897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osemosys.org/uploads/1/8/5/0/18504136/momani_training_manual-_rev180601.pdf" TargetMode="External"/><Relationship Id="rId5" Type="http://schemas.openxmlformats.org/officeDocument/2006/relationships/hyperlink" Target="https://osemosys.readthedocs.io/en/latest/" TargetMode="External"/><Relationship Id="rId4" Type="http://schemas.openxmlformats.org/officeDocument/2006/relationships/hyperlink" Target="https://github.com/KTH-dESA/OSeMOSYS/tree/master/OSeMOSYS_GNU_MathPro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OSeMOSYS</a:t>
            </a:r>
            <a:r>
              <a:rPr lang="en-US" dirty="0"/>
              <a:t> structure (Howells et al., 2011): </a:t>
            </a:r>
            <a:r>
              <a:rPr lang="en-US" dirty="0">
                <a:hlinkClick r:id="rId3"/>
              </a:rPr>
              <a:t>https://www.sciencedirect.com/science/article/pii/S0301421511004897</a:t>
            </a:r>
            <a:r>
              <a:rPr lang="en-US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OSeMOSYS</a:t>
            </a:r>
            <a:r>
              <a:rPr lang="en-US" dirty="0"/>
              <a:t> code: </a:t>
            </a:r>
            <a:r>
              <a:rPr lang="en-US" dirty="0">
                <a:hlinkClick r:id="rId4"/>
              </a:rPr>
              <a:t>https://github.com/KTH-dESA/OSeMOSYS/tree/master/OSeMOSYS_GNU_MathProg</a:t>
            </a:r>
            <a:r>
              <a:rPr lang="en-US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OSeMOSYS</a:t>
            </a:r>
            <a:r>
              <a:rPr lang="en-US" dirty="0"/>
              <a:t> user manual: </a:t>
            </a:r>
            <a:r>
              <a:rPr lang="en-US" dirty="0">
                <a:hlinkClick r:id="rId5"/>
              </a:rPr>
              <a:t>https://osemosys.readthedocs.io/en/latest/</a:t>
            </a:r>
            <a:r>
              <a:rPr lang="en-US" dirty="0"/>
              <a:t> </a:t>
            </a:r>
            <a:endParaRPr lang="en-US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 smtClean="0"/>
              <a:t>MoManI</a:t>
            </a:r>
            <a:r>
              <a:rPr lang="en-US" dirty="0" smtClean="0"/>
              <a:t> </a:t>
            </a:r>
            <a:r>
              <a:rPr lang="en-US" dirty="0"/>
              <a:t>user manual: </a:t>
            </a:r>
            <a:r>
              <a:rPr lang="en-US" dirty="0">
                <a:hlinkClick r:id="rId6"/>
              </a:rPr>
              <a:t>http://www.osemosys.org/uploads/1/8/5/0/18504136/momani_training_manual-_</a:t>
            </a:r>
            <a:r>
              <a:rPr lang="en-US" dirty="0" smtClean="0">
                <a:hlinkClick r:id="rId6"/>
              </a:rPr>
              <a:t>rev180601.pdf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FA9A-6BCF-4CFA-8685-B7A43319A6CD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Reading material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D5B48-EF29-47D8-AE02-64C4C2029574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23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eMOSYS_dESA_OpTIMU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SeMOSYS_dESA_OpTIMUS" id="{87B24570-67CC-4463-B33B-D3B7D7BCBA01}" vid="{5874AC31-46F6-47B9-A431-4546F1FB4AF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 OSeMOSYS Community_AB" id="{05E57207-9E8F-4997-AF84-042E96A9F9B0}" vid="{05C5C074-0B80-4D41-8661-E94856CD752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Props1.xml><?xml version="1.0" encoding="utf-8"?>
<ds:datastoreItem xmlns:ds="http://schemas.openxmlformats.org/officeDocument/2006/customXml" ds:itemID="{834A27C6-F506-436C-BE80-EBD990020008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OSeMOSYS_dESA_OpTIMUS</Template>
  <TotalTime>6908</TotalTime>
  <Words>40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OSeMOSYS_dESA_OpTIMUS</vt:lpstr>
      <vt:lpstr>Custom Design</vt:lpstr>
      <vt:lpstr>Reading material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163</cp:revision>
  <dcterms:created xsi:type="dcterms:W3CDTF">2017-06-07T13:22:49Z</dcterms:created>
  <dcterms:modified xsi:type="dcterms:W3CDTF">2020-04-02T15:59:04Z</dcterms:modified>
</cp:coreProperties>
</file>