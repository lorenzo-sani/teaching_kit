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"/>
  </p:notesMasterIdLst>
  <p:handoutMasterIdLst>
    <p:handoutMasterId r:id="rId4"/>
  </p:handoutMasterIdLst>
  <p:sldIdLst>
    <p:sldId id="3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unit of measure for Energy in </a:t>
            </a:r>
            <a:r>
              <a:rPr lang="en-US" dirty="0" err="1" smtClean="0"/>
              <a:t>OSeMOSYS</a:t>
            </a:r>
            <a:r>
              <a:rPr lang="en-US" dirty="0" smtClean="0"/>
              <a:t> always has to be PJ.</a:t>
            </a:r>
          </a:p>
          <a:p>
            <a:pPr algn="just"/>
            <a:r>
              <a:rPr lang="en-US" b="1" i="1" dirty="0" err="1" smtClean="0"/>
              <a:t>CapacityToActivityUnit</a:t>
            </a:r>
            <a:r>
              <a:rPr lang="en-US" dirty="0" smtClean="0"/>
              <a:t>: it is a parameter in </a:t>
            </a:r>
            <a:r>
              <a:rPr lang="en-US" dirty="0" err="1" smtClean="0"/>
              <a:t>OSeMOSYS</a:t>
            </a:r>
            <a:r>
              <a:rPr lang="en-US" dirty="0" smtClean="0"/>
              <a:t> that is used as conversion factor </a:t>
            </a:r>
            <a:r>
              <a:rPr lang="en-US" dirty="0">
                <a:solidFill>
                  <a:schemeClr val="dk1"/>
                </a:solidFill>
              </a:rPr>
              <a:t>relating the energy that would be produced when one unit of </a:t>
            </a:r>
            <a:r>
              <a:rPr lang="en-US" dirty="0" smtClean="0">
                <a:solidFill>
                  <a:schemeClr val="dk1"/>
                </a:solidFill>
              </a:rPr>
              <a:t>capacity (= 1 GW) </a:t>
            </a:r>
            <a:r>
              <a:rPr lang="en-US" dirty="0">
                <a:solidFill>
                  <a:schemeClr val="dk1"/>
                </a:solidFill>
              </a:rPr>
              <a:t>is fully used in one </a:t>
            </a:r>
            <a:r>
              <a:rPr lang="en-US" dirty="0" smtClean="0">
                <a:solidFill>
                  <a:schemeClr val="dk1"/>
                </a:solidFill>
              </a:rPr>
              <a:t>year (24h * 365 days = 8760 h per year).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</a:t>
            </a:r>
            <a:r>
              <a:rPr lang="en-US" dirty="0" smtClean="0"/>
              <a:t>s used to convert data related to the Capacity of a technology (e.g. installed capacity of a power plant [GW]) into the Activity it can generate, i.e. a certain amount of energy given to the system (to be reported in [PJ]).</a:t>
            </a:r>
            <a:endParaRPr lang="sv-SE" dirty="0"/>
          </a:p>
          <a:p>
            <a:pPr algn="just"/>
            <a:endParaRPr lang="en-US" dirty="0" smtClean="0"/>
          </a:p>
          <a:p>
            <a:r>
              <a:rPr lang="en-US" sz="2600" dirty="0" smtClean="0"/>
              <a:t>1 </a:t>
            </a:r>
            <a:r>
              <a:rPr lang="en-US" sz="2600" dirty="0"/>
              <a:t>[</a:t>
            </a:r>
            <a:r>
              <a:rPr lang="en-US" sz="2600" dirty="0" err="1"/>
              <a:t>GWh</a:t>
            </a:r>
            <a:r>
              <a:rPr lang="en-US" sz="2600" dirty="0"/>
              <a:t>] = </a:t>
            </a:r>
            <a:r>
              <a:rPr lang="en-US" sz="2600" dirty="0" smtClean="0"/>
              <a:t>0.0036 [PJ] 		      			</a:t>
            </a:r>
            <a:r>
              <a:rPr lang="en-US" sz="2600" dirty="0"/>
              <a:t>	</a:t>
            </a:r>
            <a:r>
              <a:rPr lang="en-US" sz="2600" dirty="0" smtClean="0"/>
              <a:t>        Conversion </a:t>
            </a:r>
            <a:r>
              <a:rPr lang="en-US" sz="2600" dirty="0"/>
              <a:t>factor</a:t>
            </a:r>
            <a:endParaRPr lang="en-US" sz="2600" dirty="0" smtClean="0"/>
          </a:p>
          <a:p>
            <a:endParaRPr lang="en-US" sz="1300" dirty="0" smtClean="0"/>
          </a:p>
          <a:p>
            <a:r>
              <a:rPr lang="en-US" sz="2600" dirty="0" smtClean="0"/>
              <a:t>1 [GW] </a:t>
            </a:r>
            <a:r>
              <a:rPr lang="en-US" sz="2600" dirty="0"/>
              <a:t>* 8760 </a:t>
            </a:r>
            <a:r>
              <a:rPr lang="en-US" sz="2600" dirty="0" smtClean="0"/>
              <a:t>[h per year] </a:t>
            </a:r>
            <a:r>
              <a:rPr lang="en-US" sz="2600" dirty="0"/>
              <a:t>= 8760 </a:t>
            </a:r>
            <a:r>
              <a:rPr lang="en-US" sz="2600" dirty="0" smtClean="0"/>
              <a:t>[</a:t>
            </a:r>
            <a:r>
              <a:rPr lang="en-US" sz="2600" dirty="0" err="1" smtClean="0"/>
              <a:t>GWh</a:t>
            </a:r>
            <a:r>
              <a:rPr lang="en-US" sz="2600" dirty="0" smtClean="0"/>
              <a:t> </a:t>
            </a:r>
            <a:r>
              <a:rPr lang="en-US" sz="2600" dirty="0"/>
              <a:t>per </a:t>
            </a:r>
            <a:r>
              <a:rPr lang="en-US" sz="2600" dirty="0" smtClean="0"/>
              <a:t>year]		    	        Activity </a:t>
            </a:r>
            <a:r>
              <a:rPr lang="en-US" sz="2600" dirty="0"/>
              <a:t>in one </a:t>
            </a:r>
            <a:r>
              <a:rPr lang="en-US" sz="2600" dirty="0" smtClean="0"/>
              <a:t>year</a:t>
            </a:r>
            <a:endParaRPr lang="en-US" sz="2600" dirty="0"/>
          </a:p>
          <a:p>
            <a:r>
              <a:rPr lang="en-US" sz="2600" dirty="0" smtClean="0"/>
              <a:t>8760 [</a:t>
            </a:r>
            <a:r>
              <a:rPr lang="en-US" sz="2600" dirty="0" err="1" smtClean="0"/>
              <a:t>GWh</a:t>
            </a:r>
            <a:r>
              <a:rPr lang="en-US" sz="2600" dirty="0" smtClean="0"/>
              <a:t> per year] </a:t>
            </a:r>
            <a:r>
              <a:rPr lang="en-US" sz="2600" dirty="0"/>
              <a:t>* 0.0036 </a:t>
            </a:r>
            <a:r>
              <a:rPr lang="en-US" sz="2600" dirty="0" smtClean="0"/>
              <a:t>[PJ/</a:t>
            </a:r>
            <a:r>
              <a:rPr lang="en-US" sz="2600" dirty="0" err="1" smtClean="0"/>
              <a:t>GWh</a:t>
            </a:r>
            <a:r>
              <a:rPr lang="en-US" sz="2600" dirty="0" smtClean="0"/>
              <a:t>] </a:t>
            </a:r>
            <a:r>
              <a:rPr lang="en-US" sz="2600" dirty="0"/>
              <a:t>= 31.536 </a:t>
            </a:r>
            <a:r>
              <a:rPr lang="en-US" sz="2600" dirty="0" smtClean="0"/>
              <a:t>[PJ per year]	        </a:t>
            </a:r>
            <a:r>
              <a:rPr lang="en-US" sz="2600" dirty="0" err="1" smtClean="0"/>
              <a:t>CapacityToActivityUnit</a:t>
            </a:r>
            <a:endParaRPr lang="fr-FR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CapacityToActivityUnit</a:t>
            </a:r>
            <a:endParaRPr lang="fr-FR" dirty="0"/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94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182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KTH-OpTIMUS-DFID</vt:lpstr>
      <vt:lpstr>CapacityToActivityUnit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120</cp:revision>
  <dcterms:created xsi:type="dcterms:W3CDTF">2017-06-07T13:22:49Z</dcterms:created>
  <dcterms:modified xsi:type="dcterms:W3CDTF">2020-04-02T17:01:26Z</dcterms:modified>
</cp:coreProperties>
</file>