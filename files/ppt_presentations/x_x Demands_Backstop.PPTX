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4"/>
  </p:notesMasterIdLst>
  <p:handoutMasterIdLst>
    <p:handoutMasterId r:id="rId5"/>
  </p:handoutMasterIdLst>
  <p:sldIdLst>
    <p:sldId id="320" r:id="rId2"/>
    <p:sldId id="32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9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2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0" autoAdjust="0"/>
    <p:restoredTop sz="91643" autoAdjust="0"/>
  </p:normalViewPr>
  <p:slideViewPr>
    <p:cSldViewPr snapToGrid="0">
      <p:cViewPr varScale="1">
        <p:scale>
          <a:sx n="108" d="100"/>
          <a:sy n="108" d="100"/>
        </p:scale>
        <p:origin x="476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5075" y="6356349"/>
            <a:ext cx="7221847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/>
              <a:t>Energy Modelling Platform for Africa –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3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86978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367430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Energy Modelling Platform for Africa –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0498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2705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53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1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56343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16475" y="371779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16474" y="1051561"/>
            <a:ext cx="9237325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01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1930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6778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B54FD95-88D0-4DB5-B651-B4B585AE496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5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9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73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33153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–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16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–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616149"/>
            <a:ext cx="10515600" cy="4607670"/>
          </a:xfrm>
        </p:spPr>
        <p:txBody>
          <a:bodyPr>
            <a:normAutofit/>
          </a:bodyPr>
          <a:lstStyle/>
          <a:p>
            <a:r>
              <a:rPr lang="fr-FR" sz="2600" dirty="0" smtClean="0"/>
              <a:t>A </a:t>
            </a:r>
            <a:r>
              <a:rPr lang="fr-FR" sz="2600" i="1" dirty="0" err="1" smtClean="0"/>
              <a:t>backstop</a:t>
            </a:r>
            <a:r>
              <a:rPr lang="fr-FR" sz="2600" i="1" dirty="0" smtClean="0"/>
              <a:t> </a:t>
            </a:r>
            <a:r>
              <a:rPr lang="fr-FR" sz="2600" i="1" dirty="0" err="1" smtClean="0"/>
              <a:t>technology</a:t>
            </a:r>
            <a:r>
              <a:rPr lang="fr-FR" sz="2600" i="1" dirty="0" smtClean="0"/>
              <a:t> </a:t>
            </a:r>
            <a:r>
              <a:rPr lang="fr-FR" sz="2600" dirty="0" err="1" smtClean="0"/>
              <a:t>is</a:t>
            </a:r>
            <a:r>
              <a:rPr lang="fr-FR" sz="2600" dirty="0" smtClean="0"/>
              <a:t> a </a:t>
            </a:r>
            <a:r>
              <a:rPr lang="fr-FR" sz="2600" dirty="0" err="1" smtClean="0"/>
              <a:t>fictious</a:t>
            </a:r>
            <a:r>
              <a:rPr lang="fr-FR" sz="2600" dirty="0" smtClean="0"/>
              <a:t> </a:t>
            </a:r>
            <a:r>
              <a:rPr lang="fr-FR" sz="2600" dirty="0" err="1" smtClean="0"/>
              <a:t>technology</a:t>
            </a:r>
            <a:r>
              <a:rPr lang="fr-FR" sz="2600" dirty="0" smtClean="0"/>
              <a:t> </a:t>
            </a:r>
            <a:r>
              <a:rPr lang="fr-FR" sz="2600" dirty="0" err="1" smtClean="0"/>
              <a:t>we</a:t>
            </a:r>
            <a:r>
              <a:rPr lang="fr-FR" sz="2600" dirty="0" smtClean="0"/>
              <a:t> model as an </a:t>
            </a:r>
            <a:r>
              <a:rPr lang="fr-FR" sz="2600" dirty="0" err="1" smtClean="0"/>
              <a:t>alarm</a:t>
            </a:r>
            <a:r>
              <a:rPr lang="fr-FR" sz="2600" dirty="0" smtClean="0"/>
              <a:t> </a:t>
            </a:r>
            <a:r>
              <a:rPr lang="fr-FR" sz="2600" dirty="0" err="1" smtClean="0"/>
              <a:t>bell</a:t>
            </a:r>
            <a:r>
              <a:rPr lang="fr-FR" sz="2600" dirty="0" smtClean="0"/>
              <a:t>. It </a:t>
            </a:r>
            <a:r>
              <a:rPr lang="fr-FR" sz="2600" dirty="0" err="1" smtClean="0"/>
              <a:t>is</a:t>
            </a:r>
            <a:r>
              <a:rPr lang="fr-FR" sz="2600" dirty="0" smtClean="0"/>
              <a:t> </a:t>
            </a:r>
            <a:r>
              <a:rPr lang="fr-FR" sz="2600" dirty="0" err="1" smtClean="0"/>
              <a:t>typically</a:t>
            </a:r>
            <a:r>
              <a:rPr lang="fr-FR" sz="2600" dirty="0" smtClean="0"/>
              <a:t> </a:t>
            </a:r>
            <a:r>
              <a:rPr lang="fr-FR" sz="2600" dirty="0" err="1" smtClean="0"/>
              <a:t>characterized</a:t>
            </a:r>
            <a:r>
              <a:rPr lang="fr-FR" sz="2600" dirty="0" smtClean="0"/>
              <a:t> by </a:t>
            </a:r>
            <a:r>
              <a:rPr lang="fr-FR" sz="2600" dirty="0" err="1" smtClean="0"/>
              <a:t>very</a:t>
            </a:r>
            <a:r>
              <a:rPr lang="fr-FR" sz="2600" dirty="0" smtClean="0"/>
              <a:t> high </a:t>
            </a:r>
            <a:r>
              <a:rPr lang="fr-FR" sz="2600" dirty="0" err="1" smtClean="0"/>
              <a:t>costs</a:t>
            </a:r>
            <a:r>
              <a:rPr lang="fr-FR" sz="2600" dirty="0" smtClean="0"/>
              <a:t>, </a:t>
            </a:r>
            <a:r>
              <a:rPr lang="fr-FR" sz="2600" dirty="0" err="1" smtClean="0"/>
              <a:t>so</a:t>
            </a:r>
            <a:r>
              <a:rPr lang="fr-FR" sz="2600" dirty="0" smtClean="0"/>
              <a:t> </a:t>
            </a:r>
            <a:r>
              <a:rPr lang="fr-FR" sz="2600" dirty="0" err="1" smtClean="0"/>
              <a:t>that</a:t>
            </a:r>
            <a:r>
              <a:rPr lang="fr-FR" sz="2600" dirty="0" smtClean="0"/>
              <a:t> the model </a:t>
            </a:r>
            <a:r>
              <a:rPr lang="fr-FR" sz="2600" dirty="0" err="1" smtClean="0"/>
              <a:t>chooses</a:t>
            </a:r>
            <a:r>
              <a:rPr lang="fr-FR" sz="2600" dirty="0" smtClean="0"/>
              <a:t> to use </a:t>
            </a:r>
            <a:r>
              <a:rPr lang="fr-FR" sz="2600" dirty="0" err="1" smtClean="0"/>
              <a:t>it</a:t>
            </a:r>
            <a:r>
              <a:rPr lang="fr-FR" sz="2600" dirty="0" smtClean="0"/>
              <a:t> </a:t>
            </a:r>
            <a:r>
              <a:rPr lang="fr-FR" sz="2600" dirty="0" err="1" smtClean="0"/>
              <a:t>only</a:t>
            </a:r>
            <a:r>
              <a:rPr lang="fr-FR" sz="2600" dirty="0" smtClean="0"/>
              <a:t> if no </a:t>
            </a:r>
            <a:r>
              <a:rPr lang="fr-FR" sz="2600" dirty="0" err="1" smtClean="0"/>
              <a:t>other</a:t>
            </a:r>
            <a:r>
              <a:rPr lang="fr-FR" sz="2600" dirty="0" smtClean="0"/>
              <a:t> </a:t>
            </a:r>
            <a:r>
              <a:rPr lang="fr-FR" sz="2600" dirty="0" err="1" smtClean="0"/>
              <a:t>technology</a:t>
            </a:r>
            <a:r>
              <a:rPr lang="fr-FR" sz="2600" dirty="0" smtClean="0"/>
              <a:t> </a:t>
            </a:r>
            <a:r>
              <a:rPr lang="fr-FR" sz="2600" dirty="0" err="1" smtClean="0"/>
              <a:t>is</a:t>
            </a:r>
            <a:r>
              <a:rPr lang="fr-FR" sz="2600" dirty="0" smtClean="0"/>
              <a:t> </a:t>
            </a:r>
            <a:r>
              <a:rPr lang="fr-FR" sz="2600" dirty="0" err="1" smtClean="0"/>
              <a:t>available</a:t>
            </a:r>
            <a:r>
              <a:rPr lang="fr-FR" sz="2600" dirty="0" smtClean="0"/>
              <a:t>.</a:t>
            </a:r>
          </a:p>
          <a:p>
            <a:endParaRPr lang="fr-FR" sz="2600" dirty="0" smtClean="0"/>
          </a:p>
          <a:p>
            <a:r>
              <a:rPr lang="fr-FR" sz="2600" dirty="0" err="1" smtClean="0"/>
              <a:t>Whenever</a:t>
            </a:r>
            <a:r>
              <a:rPr lang="fr-FR" sz="2600" dirty="0" smtClean="0"/>
              <a:t> a </a:t>
            </a:r>
            <a:r>
              <a:rPr lang="fr-FR" sz="2600" dirty="0" err="1" smtClean="0"/>
              <a:t>Backstop</a:t>
            </a:r>
            <a:r>
              <a:rPr lang="fr-FR" sz="2600" dirty="0" smtClean="0"/>
              <a:t> </a:t>
            </a:r>
            <a:r>
              <a:rPr lang="fr-FR" sz="2600" dirty="0" err="1" smtClean="0"/>
              <a:t>technology</a:t>
            </a:r>
            <a:r>
              <a:rPr lang="fr-FR" sz="2600" dirty="0" smtClean="0"/>
              <a:t> </a:t>
            </a:r>
            <a:r>
              <a:rPr lang="fr-FR" sz="2600" dirty="0" err="1" smtClean="0"/>
              <a:t>comes</a:t>
            </a:r>
            <a:r>
              <a:rPr lang="fr-FR" sz="2600" dirty="0" smtClean="0"/>
              <a:t> </a:t>
            </a:r>
            <a:r>
              <a:rPr lang="fr-FR" sz="2600" dirty="0" err="1" smtClean="0"/>
              <a:t>into</a:t>
            </a:r>
            <a:r>
              <a:rPr lang="fr-FR" sz="2600" dirty="0" smtClean="0"/>
              <a:t> the system to </a:t>
            </a:r>
            <a:r>
              <a:rPr lang="fr-FR" sz="2600" dirty="0" err="1" smtClean="0"/>
              <a:t>produce</a:t>
            </a:r>
            <a:r>
              <a:rPr lang="fr-FR" sz="2600" dirty="0" smtClean="0"/>
              <a:t> </a:t>
            </a:r>
            <a:r>
              <a:rPr lang="fr-FR" sz="2600" dirty="0" err="1" smtClean="0"/>
              <a:t>electricity</a:t>
            </a:r>
            <a:r>
              <a:rPr lang="fr-FR" sz="2600" dirty="0" smtClean="0"/>
              <a:t>, </a:t>
            </a:r>
            <a:r>
              <a:rPr lang="fr-FR" sz="2600" dirty="0" err="1" smtClean="0"/>
              <a:t>this</a:t>
            </a:r>
            <a:r>
              <a:rPr lang="fr-FR" sz="2600" dirty="0" smtClean="0"/>
              <a:t> </a:t>
            </a:r>
            <a:r>
              <a:rPr lang="fr-FR" sz="2600" dirty="0" err="1" smtClean="0"/>
              <a:t>means</a:t>
            </a:r>
            <a:r>
              <a:rPr lang="fr-FR" sz="2600" dirty="0" smtClean="0"/>
              <a:t> </a:t>
            </a:r>
            <a:r>
              <a:rPr lang="fr-FR" sz="2600" dirty="0" err="1" smtClean="0"/>
              <a:t>that</a:t>
            </a:r>
            <a:r>
              <a:rPr lang="fr-FR" sz="2600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 err="1" smtClean="0"/>
              <a:t>Either</a:t>
            </a:r>
            <a:r>
              <a:rPr lang="fr-FR" sz="2400" dirty="0"/>
              <a:t> </a:t>
            </a:r>
            <a:r>
              <a:rPr lang="fr-FR" sz="2400" dirty="0" smtClean="0"/>
              <a:t>the model </a:t>
            </a:r>
            <a:r>
              <a:rPr lang="fr-FR" sz="2400" dirty="0" err="1" smtClean="0"/>
              <a:t>is</a:t>
            </a:r>
            <a:r>
              <a:rPr lang="fr-FR" sz="2400" dirty="0" smtClean="0"/>
              <a:t> </a:t>
            </a:r>
            <a:r>
              <a:rPr lang="fr-FR" sz="2400" dirty="0" err="1" smtClean="0"/>
              <a:t>too</a:t>
            </a:r>
            <a:r>
              <a:rPr lang="fr-FR" sz="2400" dirty="0" smtClean="0"/>
              <a:t> </a:t>
            </a:r>
            <a:r>
              <a:rPr lang="fr-FR" sz="2400" dirty="0" err="1" smtClean="0"/>
              <a:t>constrained</a:t>
            </a:r>
            <a:r>
              <a:rPr lang="fr-FR" sz="2400" dirty="0" smtClean="0"/>
              <a:t> (i.e. </a:t>
            </a:r>
            <a:r>
              <a:rPr lang="fr-FR" sz="2400" dirty="0" err="1" smtClean="0"/>
              <a:t>there</a:t>
            </a:r>
            <a:r>
              <a:rPr lang="fr-FR" sz="2400" dirty="0" smtClean="0"/>
              <a:t> are not </a:t>
            </a:r>
            <a:r>
              <a:rPr lang="fr-FR" sz="2400" dirty="0" err="1" smtClean="0"/>
              <a:t>enough</a:t>
            </a:r>
            <a:r>
              <a:rPr lang="fr-FR" sz="2400" dirty="0" smtClean="0"/>
              <a:t> </a:t>
            </a:r>
            <a:r>
              <a:rPr lang="fr-FR" sz="2400" dirty="0" err="1" smtClean="0"/>
              <a:t>primary</a:t>
            </a:r>
            <a:r>
              <a:rPr lang="fr-FR" sz="2400" dirty="0" smtClean="0"/>
              <a:t> </a:t>
            </a:r>
            <a:r>
              <a:rPr lang="fr-FR" sz="2400" dirty="0" err="1" smtClean="0"/>
              <a:t>resources</a:t>
            </a:r>
            <a:r>
              <a:rPr lang="fr-FR" sz="2400" dirty="0" smtClean="0"/>
              <a:t> and conversion technologies in the </a:t>
            </a:r>
            <a:r>
              <a:rPr lang="fr-FR" sz="2400" dirty="0" err="1" smtClean="0"/>
              <a:t>systems</a:t>
            </a:r>
            <a:r>
              <a:rPr lang="fr-FR" sz="2400" dirty="0" smtClean="0"/>
              <a:t> to </a:t>
            </a:r>
            <a:r>
              <a:rPr lang="fr-FR" sz="2400" dirty="0" err="1" smtClean="0"/>
              <a:t>produce</a:t>
            </a:r>
            <a:r>
              <a:rPr lang="fr-FR" sz="2400" dirty="0" smtClean="0"/>
              <a:t> </a:t>
            </a:r>
            <a:r>
              <a:rPr lang="fr-FR" sz="2400" dirty="0" err="1" smtClean="0"/>
              <a:t>enough</a:t>
            </a:r>
            <a:r>
              <a:rPr lang="fr-FR" sz="2400" dirty="0" smtClean="0"/>
              <a:t> </a:t>
            </a:r>
            <a:r>
              <a:rPr lang="fr-FR" sz="2400" dirty="0" err="1" smtClean="0"/>
              <a:t>electricity</a:t>
            </a:r>
            <a:r>
              <a:rPr lang="fr-FR" sz="2400" dirty="0" smtClean="0"/>
              <a:t> to </a:t>
            </a:r>
            <a:r>
              <a:rPr lang="fr-FR" sz="2400" dirty="0" err="1" smtClean="0"/>
              <a:t>satisfy</a:t>
            </a:r>
            <a:r>
              <a:rPr lang="fr-FR" sz="2400" dirty="0" smtClean="0"/>
              <a:t> the </a:t>
            </a:r>
            <a:r>
              <a:rPr lang="fr-FR" sz="2400" dirty="0" err="1" smtClean="0"/>
              <a:t>demand</a:t>
            </a:r>
            <a:r>
              <a:rPr lang="fr-FR" sz="24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 smtClean="0"/>
              <a:t>Or the model </a:t>
            </a:r>
            <a:r>
              <a:rPr lang="fr-FR" sz="2400" dirty="0" err="1" smtClean="0"/>
              <a:t>is</a:t>
            </a:r>
            <a:r>
              <a:rPr lang="fr-FR" sz="2400" dirty="0" smtClean="0"/>
              <a:t> not set up </a:t>
            </a:r>
            <a:r>
              <a:rPr lang="fr-FR" sz="2400" dirty="0" err="1" smtClean="0"/>
              <a:t>correctly</a:t>
            </a:r>
            <a:r>
              <a:rPr lang="fr-FR" sz="2400" dirty="0" smtClean="0"/>
              <a:t> (i.e. </a:t>
            </a:r>
            <a:r>
              <a:rPr lang="fr-FR" sz="2400" dirty="0" err="1" smtClean="0"/>
              <a:t>some</a:t>
            </a:r>
            <a:r>
              <a:rPr lang="fr-FR" sz="2400" dirty="0" smtClean="0"/>
              <a:t> </a:t>
            </a:r>
            <a:r>
              <a:rPr lang="fr-FR" sz="2400" dirty="0" err="1" smtClean="0"/>
              <a:t>technology</a:t>
            </a:r>
            <a:r>
              <a:rPr lang="fr-FR" sz="2400" dirty="0" smtClean="0"/>
              <a:t> </a:t>
            </a:r>
            <a:r>
              <a:rPr lang="fr-FR" sz="2400" dirty="0" err="1" smtClean="0"/>
              <a:t>parameters</a:t>
            </a:r>
            <a:r>
              <a:rPr lang="fr-FR" sz="2400" dirty="0" smtClean="0"/>
              <a:t> are </a:t>
            </a:r>
            <a:r>
              <a:rPr lang="fr-FR" sz="2400" dirty="0" err="1" smtClean="0"/>
              <a:t>defined</a:t>
            </a:r>
            <a:r>
              <a:rPr lang="fr-FR" sz="2400" dirty="0" smtClean="0"/>
              <a:t> in the </a:t>
            </a:r>
            <a:r>
              <a:rPr lang="fr-FR" sz="2400" dirty="0" err="1" smtClean="0"/>
              <a:t>wrong</a:t>
            </a:r>
            <a:r>
              <a:rPr lang="fr-FR" sz="2400" dirty="0" smtClean="0"/>
              <a:t> </a:t>
            </a:r>
            <a:r>
              <a:rPr lang="fr-FR" sz="2400" dirty="0" err="1" smtClean="0"/>
              <a:t>way</a:t>
            </a:r>
            <a:r>
              <a:rPr lang="fr-FR" sz="2400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Backstop</a:t>
            </a:r>
            <a:r>
              <a:rPr lang="fr-FR" dirty="0"/>
              <a:t> </a:t>
            </a:r>
            <a:r>
              <a:rPr lang="fr-FR" dirty="0" err="1"/>
              <a:t>technology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5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2910291"/>
            <a:ext cx="2379406" cy="9832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dirty="0" err="1" smtClean="0">
                <a:solidFill>
                  <a:schemeClr val="tx1"/>
                </a:solidFill>
              </a:rPr>
              <a:t>Backstop</a:t>
            </a:r>
            <a:endParaRPr lang="fr-FR" sz="2200" b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5" idx="3"/>
          </p:cNvCxnSpPr>
          <p:nvPr/>
        </p:nvCxnSpPr>
        <p:spPr>
          <a:xfrm>
            <a:off x="3217606" y="3401904"/>
            <a:ext cx="1796846" cy="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71897" y="3097105"/>
            <a:ext cx="2045110" cy="196645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marL="457200" indent="0"/>
            <a:r>
              <a:rPr lang="fr-FR" b="1" dirty="0" err="1" smtClean="0">
                <a:latin typeface="+mn-lt"/>
              </a:rPr>
              <a:t>Electricity</a:t>
            </a:r>
            <a:endParaRPr lang="fr-FR" b="1" dirty="0" smtClean="0">
              <a:latin typeface="+mn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026742" y="2684149"/>
            <a:ext cx="0" cy="14630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20316120">
            <a:off x="4802642" y="2026684"/>
            <a:ext cx="1064859" cy="579946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>
              <a:lnSpc>
                <a:spcPct val="90000"/>
              </a:lnSpc>
            </a:pPr>
            <a:r>
              <a:rPr lang="fr-FR" b="1" dirty="0" smtClean="0">
                <a:cs typeface="Calibri" panose="020F0502020204030204" pitchFamily="34" charset="0"/>
              </a:rPr>
              <a:t>Final El. </a:t>
            </a:r>
            <a:r>
              <a:rPr lang="fr-FR" b="1" dirty="0" err="1" smtClean="0">
                <a:cs typeface="Calibri" panose="020F0502020204030204" pitchFamily="34" charset="0"/>
              </a:rPr>
              <a:t>demand</a:t>
            </a:r>
            <a:endParaRPr lang="fr-FR" b="1" dirty="0" smtClean="0">
              <a:cs typeface="Calibri" panose="020F0502020204030204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Backstop</a:t>
            </a:r>
            <a:r>
              <a:rPr lang="fr-FR" dirty="0"/>
              <a:t> </a:t>
            </a:r>
            <a:r>
              <a:rPr lang="fr-FR" dirty="0" err="1"/>
              <a:t>technology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308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7404</TotalTime>
  <Words>120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KTH-OpTIMUS-DFID</vt:lpstr>
      <vt:lpstr>Backstop technology</vt:lpstr>
      <vt:lpstr>Backstop technology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159</cp:revision>
  <dcterms:created xsi:type="dcterms:W3CDTF">2017-06-07T13:22:49Z</dcterms:created>
  <dcterms:modified xsi:type="dcterms:W3CDTF">2020-04-02T16:27:09Z</dcterms:modified>
</cp:coreProperties>
</file>