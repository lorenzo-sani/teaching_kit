
<file path=[Content_Types].xml><?xml version="1.0" encoding="utf-8"?>
<Types xmlns="http://schemas.openxmlformats.org/package/2006/content-types">
  <Default Extension="png" ContentType="image/png"/>
  <Default Extension="m4a" ContentType="audio/mp4"/>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Lst>
  <p:notesMasterIdLst>
    <p:notesMasterId r:id="rId3"/>
  </p:notesMasterIdLst>
  <p:handoutMasterIdLst>
    <p:handoutMasterId r:id="rId4"/>
  </p:handoutMasterIdLst>
  <p:sldIdLst>
    <p:sldId id="354"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Ioannis Pappis" initials="IP" lastIdx="2" clrIdx="0">
    <p:extLst>
      <p:ext uri="{19B8F6BF-5375-455C-9EA6-DF929625EA0E}">
        <p15:presenceInfo xmlns:p15="http://schemas.microsoft.com/office/powerpoint/2012/main" userId="S-1-5-21-4270984560-2697355171-1338322823-7175" providerId="AD"/>
      </p:ext>
    </p:extLst>
  </p:cmAuthor>
  <p:cmAuthor id="2" name="Agnese Beltramo" initials="AB" lastIdx="1" clrIdx="1">
    <p:extLst>
      <p:ext uri="{19B8F6BF-5375-455C-9EA6-DF929625EA0E}">
        <p15:presenceInfo xmlns:p15="http://schemas.microsoft.com/office/powerpoint/2012/main" userId="S-1-5-21-4270984560-2697355171-1338322823-6860" providerId="AD"/>
      </p:ext>
    </p:extLst>
  </p:cmAuthor>
  <p:cmAuthor id="3" name="Youssef Almulla" initials="YA" lastIdx="25" clrIdx="2">
    <p:extLst>
      <p:ext uri="{19B8F6BF-5375-455C-9EA6-DF929625EA0E}">
        <p15:presenceInfo xmlns:p15="http://schemas.microsoft.com/office/powerpoint/2012/main" userId="50222d39666882b0" providerId="Windows Live"/>
      </p:ext>
    </p:extLst>
  </p:cmAuthor>
  <p:cmAuthor id="4" name="Hauke Henke" initials="HH" lastIdx="2" clrIdx="3">
    <p:extLst>
      <p:ext uri="{19B8F6BF-5375-455C-9EA6-DF929625EA0E}">
        <p15:presenceInfo xmlns:p15="http://schemas.microsoft.com/office/powerpoint/2012/main" userId="S-1-5-21-1948194976-2510558922-1916008050-104879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58" autoAdjust="0"/>
    <p:restoredTop sz="68605" autoAdjust="0"/>
  </p:normalViewPr>
  <p:slideViewPr>
    <p:cSldViewPr snapToGrid="0">
      <p:cViewPr varScale="1">
        <p:scale>
          <a:sx n="81" d="100"/>
          <a:sy n="81" d="100"/>
        </p:scale>
        <p:origin x="1560" y="52"/>
      </p:cViewPr>
      <p:guideLst>
        <p:guide orient="horz" pos="2160"/>
        <p:guide pos="3840"/>
      </p:guideLst>
    </p:cSldViewPr>
  </p:slideViewPr>
  <p:notesTextViewPr>
    <p:cViewPr>
      <p:scale>
        <a:sx n="3" d="2"/>
        <a:sy n="3" d="2"/>
      </p:scale>
      <p:origin x="0" y="0"/>
    </p:cViewPr>
  </p:notesTextViewPr>
  <p:notesViewPr>
    <p:cSldViewPr snapToGrid="0">
      <p:cViewPr varScale="1">
        <p:scale>
          <a:sx n="88" d="100"/>
          <a:sy n="88" d="100"/>
        </p:scale>
        <p:origin x="3822" y="6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commentAuthors" Target="commentAuthors.xml"/><Relationship Id="rId4" Type="http://schemas.openxmlformats.org/officeDocument/2006/relationships/handoutMaster" Target="handoutMasters/handoutMaster1.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5F4390-4F06-4AC1-A02F-F9827C930455}" type="datetimeFigureOut">
              <a:rPr lang="en-US" smtClean="0"/>
              <a:t>4/3/2020</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94F50F8-7C6A-40E2-ACF6-24EB82F408CF}" type="slidenum">
              <a:rPr lang="en-US" smtClean="0"/>
              <a:t>‹#›</a:t>
            </a:fld>
            <a:endParaRPr lang="en-US"/>
          </a:p>
        </p:txBody>
      </p:sp>
    </p:spTree>
    <p:extLst>
      <p:ext uri="{BB962C8B-B14F-4D97-AF65-F5344CB8AC3E}">
        <p14:creationId xmlns:p14="http://schemas.microsoft.com/office/powerpoint/2010/main" val="19748690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4BBFCB-AF14-4840-A42D-4BE299CC3B6F}" type="datetimeFigureOut">
              <a:rPr lang="en-US" smtClean="0"/>
              <a:t>4/3/2020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91B068-BE6A-4C82-9505-14C84DEFDB7E}" type="slidenum">
              <a:rPr lang="en-US" smtClean="0"/>
              <a:t>‹#›</a:t>
            </a:fld>
            <a:endParaRPr lang="en-US"/>
          </a:p>
        </p:txBody>
      </p:sp>
    </p:spTree>
    <p:extLst>
      <p:ext uri="{BB962C8B-B14F-4D97-AF65-F5344CB8AC3E}">
        <p14:creationId xmlns:p14="http://schemas.microsoft.com/office/powerpoint/2010/main" val="17805702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Freshwater</a:t>
            </a:r>
            <a:r>
              <a:rPr lang="en-GB" baseline="0" dirty="0" smtClean="0"/>
              <a:t> is globally a scarce resource. Therefore, it is of high value.</a:t>
            </a:r>
          </a:p>
          <a:p>
            <a:r>
              <a:rPr lang="en-GB" baseline="0" dirty="0" err="1" smtClean="0"/>
              <a:t>OSeMOSYS</a:t>
            </a:r>
            <a:r>
              <a:rPr lang="en-GB" baseline="0" dirty="0" smtClean="0"/>
              <a:t> allows detailed hydro resource modelling. This means that only hydro power plants can be considered, but also other water uses can be modelled. Analysing different uses in one model leads to a more comprehensive picture and a better understanding of the water nexus.</a:t>
            </a:r>
          </a:p>
          <a:p>
            <a:r>
              <a:rPr lang="en-GB" baseline="0" dirty="0" smtClean="0"/>
              <a:t>But to do so it is crucial to have good an detailed data. </a:t>
            </a:r>
            <a:endParaRPr lang="sv-SE" dirty="0"/>
          </a:p>
        </p:txBody>
      </p:sp>
      <p:sp>
        <p:nvSpPr>
          <p:cNvPr id="4" name="Slide Number Placeholder 3"/>
          <p:cNvSpPr>
            <a:spLocks noGrp="1"/>
          </p:cNvSpPr>
          <p:nvPr>
            <p:ph type="sldNum" sz="quarter" idx="10"/>
          </p:nvPr>
        </p:nvSpPr>
        <p:spPr/>
        <p:txBody>
          <a:bodyPr/>
          <a:lstStyle/>
          <a:p>
            <a:fld id="{AE91B068-BE6A-4C82-9505-14C84DEFDB7E}" type="slidenum">
              <a:rPr lang="en-US" smtClean="0"/>
              <a:t>1</a:t>
            </a:fld>
            <a:endParaRPr lang="en-US"/>
          </a:p>
        </p:txBody>
      </p:sp>
    </p:spTree>
    <p:extLst>
      <p:ext uri="{BB962C8B-B14F-4D97-AF65-F5344CB8AC3E}">
        <p14:creationId xmlns:p14="http://schemas.microsoft.com/office/powerpoint/2010/main" val="28311345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creativecommons.org/licenses/by/4.0/" TargetMode="External"/><Relationship Id="rId2" Type="http://schemas.openxmlformats.org/officeDocument/2006/relationships/hyperlink" Target="http://www.optimus.community/" TargetMode="External"/><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38200" y="1858963"/>
            <a:ext cx="10515600" cy="1883697"/>
          </a:xfrm>
          <a:prstGeom prst="rect">
            <a:avLst/>
          </a:prstGeom>
        </p:spPr>
        <p:txBody>
          <a:bodyPr anchor="ctr">
            <a:normAutofit/>
          </a:bodyPr>
          <a:lstStyle>
            <a:lvl1pPr algn="ctr">
              <a:defRPr sz="5000"/>
            </a:lvl1pPr>
          </a:lstStyle>
          <a:p>
            <a:r>
              <a:rPr lang="en-US" noProof="0"/>
              <a:t>Click to edit Master title style</a:t>
            </a:r>
            <a:endParaRPr lang="es-BO" noProof="0" dirty="0"/>
          </a:p>
        </p:txBody>
      </p:sp>
      <p:sp>
        <p:nvSpPr>
          <p:cNvPr id="3" name="Subtitle 2"/>
          <p:cNvSpPr>
            <a:spLocks noGrp="1"/>
          </p:cNvSpPr>
          <p:nvPr>
            <p:ph type="subTitle" idx="1"/>
          </p:nvPr>
        </p:nvSpPr>
        <p:spPr>
          <a:xfrm>
            <a:off x="1524000" y="3880884"/>
            <a:ext cx="9144000" cy="188196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s-BO" noProof="0" dirty="0"/>
          </a:p>
        </p:txBody>
      </p:sp>
      <p:sp>
        <p:nvSpPr>
          <p:cNvPr id="7" name="TextBox 6"/>
          <p:cNvSpPr txBox="1"/>
          <p:nvPr/>
        </p:nvSpPr>
        <p:spPr>
          <a:xfrm>
            <a:off x="838199" y="6085489"/>
            <a:ext cx="10515601" cy="163293"/>
          </a:xfrm>
          <a:prstGeom prst="rect">
            <a:avLst/>
          </a:prstGeom>
        </p:spPr>
        <p:txBody>
          <a:bodyPr vert="horz" wrap="square" lIns="91440" tIns="0" rIns="91440" bIns="0" rtlCol="0" anchor="t">
            <a:noAutofit/>
          </a:bodyPr>
          <a:lstStyle/>
          <a:p>
            <a:pPr algn="l" fontAlgn="ctr"/>
            <a:r>
              <a:rPr lang="en-US" sz="1000" dirty="0"/>
              <a:t>This work by </a:t>
            </a:r>
            <a:r>
              <a:rPr lang="en-US" sz="1000" dirty="0" err="1">
                <a:hlinkClick r:id="rId2"/>
              </a:rPr>
              <a:t>OpTIMUS.community</a:t>
            </a:r>
            <a:r>
              <a:rPr lang="en-US" sz="1000" dirty="0"/>
              <a:t> is licensed under the Creative Commons Attribution 4.0 International License. To view a copy of this license, visit </a:t>
            </a:r>
            <a:r>
              <a:rPr lang="en-US" sz="1000" dirty="0">
                <a:hlinkClick r:id="rId3"/>
              </a:rPr>
              <a:t>http://creativecommons.org/licenses/by/4.0/</a:t>
            </a:r>
            <a:r>
              <a:rPr lang="en-US" sz="1000" dirty="0"/>
              <a:t>.</a:t>
            </a:r>
            <a:endParaRPr lang="sv-SE" sz="1000" b="1" spc="-150" dirty="0">
              <a:solidFill>
                <a:schemeClr val="bg2">
                  <a:lumMod val="50000"/>
                </a:schemeClr>
              </a:solidFill>
            </a:endParaRPr>
          </a:p>
        </p:txBody>
      </p:sp>
      <p:pic>
        <p:nvPicPr>
          <p:cNvPr id="8" name="Picture 7">
            <a:hlinkClick r:id="rId3"/>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916491" y="6095649"/>
            <a:ext cx="437309" cy="153004"/>
          </a:xfrm>
          <a:prstGeom prst="rect">
            <a:avLst/>
          </a:prstGeom>
        </p:spPr>
      </p:pic>
      <p:sp>
        <p:nvSpPr>
          <p:cNvPr id="9" name="Date Placeholder 3"/>
          <p:cNvSpPr>
            <a:spLocks noGrp="1"/>
          </p:cNvSpPr>
          <p:nvPr>
            <p:ph type="dt" sz="half" idx="10"/>
          </p:nvPr>
        </p:nvSpPr>
        <p:spPr>
          <a:xfrm>
            <a:off x="838200" y="6356350"/>
            <a:ext cx="1188720" cy="365125"/>
          </a:xfrm>
          <a:prstGeom prst="rect">
            <a:avLst/>
          </a:prstGeom>
        </p:spPr>
        <p:txBody>
          <a:bodyPr/>
          <a:lstStyle>
            <a:lvl1pPr>
              <a:defRPr sz="1400" spc="0">
                <a:solidFill>
                  <a:schemeClr val="bg2">
                    <a:lumMod val="50000"/>
                  </a:schemeClr>
                </a:solidFill>
              </a:defRPr>
            </a:lvl1pPr>
          </a:lstStyle>
          <a:p>
            <a:r>
              <a:rPr lang="sv-SE" smtClean="0"/>
              <a:t>04/2019</a:t>
            </a:r>
            <a:endParaRPr lang="en-GB" dirty="0"/>
          </a:p>
        </p:txBody>
      </p:sp>
      <p:sp>
        <p:nvSpPr>
          <p:cNvPr id="10" name="Footer Placeholder 4"/>
          <p:cNvSpPr>
            <a:spLocks noGrp="1"/>
          </p:cNvSpPr>
          <p:nvPr>
            <p:ph type="ftr" sz="quarter" idx="11"/>
          </p:nvPr>
        </p:nvSpPr>
        <p:spPr>
          <a:xfrm>
            <a:off x="2525268" y="6356349"/>
            <a:ext cx="7141464" cy="365125"/>
          </a:xfrm>
          <a:prstGeom prst="rect">
            <a:avLst/>
          </a:prstGeom>
        </p:spPr>
        <p:txBody>
          <a:bodyPr/>
          <a:lstStyle>
            <a:lvl1pPr algn="ctr">
              <a:defRPr sz="1400" spc="0">
                <a:solidFill>
                  <a:schemeClr val="bg2">
                    <a:lumMod val="50000"/>
                  </a:schemeClr>
                </a:solidFill>
                <a:latin typeface="+mj-lt"/>
              </a:defRPr>
            </a:lvl1pPr>
          </a:lstStyle>
          <a:p>
            <a:pPr>
              <a:defRPr/>
            </a:pPr>
            <a:r>
              <a:rPr lang="en-US"/>
              <a:t>Energy Modelling Platform for Africa - 14-29 January 2019 University of Cape Town (South Africa)</a:t>
            </a:r>
            <a:endParaRPr lang="en-US" dirty="0"/>
          </a:p>
        </p:txBody>
      </p:sp>
      <p:sp>
        <p:nvSpPr>
          <p:cNvPr id="11" name="Slide Number Placeholder 5"/>
          <p:cNvSpPr>
            <a:spLocks noGrp="1"/>
          </p:cNvSpPr>
          <p:nvPr>
            <p:ph type="sldNum" sz="quarter" idx="12"/>
          </p:nvPr>
        </p:nvSpPr>
        <p:spPr>
          <a:xfrm>
            <a:off x="10165080" y="6356350"/>
            <a:ext cx="1188720" cy="365125"/>
          </a:xfrm>
          <a:prstGeom prst="rect">
            <a:avLst/>
          </a:prstGeom>
        </p:spPr>
        <p:txBody>
          <a:bodyPr/>
          <a:lstStyle>
            <a:lvl1pPr algn="r">
              <a:defRPr sz="1400" spc="0">
                <a:solidFill>
                  <a:schemeClr val="bg2">
                    <a:lumMod val="50000"/>
                  </a:schemeClr>
                </a:solidFill>
              </a:defRPr>
            </a:lvl1pPr>
          </a:lstStyle>
          <a:p>
            <a:fld id="{AB23EEE3-DD26-4109-9996-A0F31E800E69}" type="slidenum">
              <a:rPr lang="en-GB" smtClean="0"/>
              <a:pPr/>
              <a:t>‹#›</a:t>
            </a:fld>
            <a:endParaRPr lang="en-GB" dirty="0"/>
          </a:p>
        </p:txBody>
      </p:sp>
      <p:sp>
        <p:nvSpPr>
          <p:cNvPr id="12" name="TextBox 11"/>
          <p:cNvSpPr txBox="1"/>
          <p:nvPr userDrawn="1"/>
        </p:nvSpPr>
        <p:spPr>
          <a:xfrm>
            <a:off x="4687330" y="5257800"/>
            <a:ext cx="1837038" cy="4180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844200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s-BO" noProof="0" dirty="0"/>
          </a:p>
        </p:txBody>
      </p:sp>
      <p:sp>
        <p:nvSpPr>
          <p:cNvPr id="7" name="Date Placeholder 3"/>
          <p:cNvSpPr>
            <a:spLocks noGrp="1"/>
          </p:cNvSpPr>
          <p:nvPr>
            <p:ph type="dt" sz="half" idx="10"/>
          </p:nvPr>
        </p:nvSpPr>
        <p:spPr>
          <a:xfrm>
            <a:off x="838200" y="6356350"/>
            <a:ext cx="1188720" cy="365125"/>
          </a:xfrm>
          <a:prstGeom prst="rect">
            <a:avLst/>
          </a:prstGeom>
        </p:spPr>
        <p:txBody>
          <a:bodyPr/>
          <a:lstStyle>
            <a:lvl1pPr>
              <a:defRPr sz="1400" spc="0">
                <a:solidFill>
                  <a:schemeClr val="bg2">
                    <a:lumMod val="50000"/>
                  </a:schemeClr>
                </a:solidFill>
                <a:latin typeface="+mj-lt"/>
              </a:defRPr>
            </a:lvl1pPr>
          </a:lstStyle>
          <a:p>
            <a:pPr>
              <a:defRPr/>
            </a:pPr>
            <a:r>
              <a:rPr lang="sv-SE" smtClean="0">
                <a:solidFill>
                  <a:prstClr val="black">
                    <a:tint val="75000"/>
                  </a:prstClr>
                </a:solidFill>
              </a:rPr>
              <a:t>04/2019</a:t>
            </a:r>
            <a:endParaRPr lang="en-US" dirty="0">
              <a:solidFill>
                <a:prstClr val="black">
                  <a:tint val="75000"/>
                </a:prstClr>
              </a:solidFill>
            </a:endParaRPr>
          </a:p>
        </p:txBody>
      </p:sp>
      <p:sp>
        <p:nvSpPr>
          <p:cNvPr id="8" name="Footer Placeholder 4"/>
          <p:cNvSpPr>
            <a:spLocks noGrp="1"/>
          </p:cNvSpPr>
          <p:nvPr>
            <p:ph type="ftr" sz="quarter" idx="11"/>
          </p:nvPr>
        </p:nvSpPr>
        <p:spPr>
          <a:xfrm>
            <a:off x="2525268" y="6356349"/>
            <a:ext cx="7141464" cy="365125"/>
          </a:xfrm>
          <a:prstGeom prst="rect">
            <a:avLst/>
          </a:prstGeom>
        </p:spPr>
        <p:txBody>
          <a:bodyPr/>
          <a:lstStyle>
            <a:lvl1pPr algn="ctr">
              <a:defRPr sz="1400" spc="0">
                <a:solidFill>
                  <a:schemeClr val="bg2">
                    <a:lumMod val="50000"/>
                  </a:schemeClr>
                </a:solidFill>
                <a:latin typeface="+mj-lt"/>
              </a:defRPr>
            </a:lvl1pPr>
          </a:lstStyle>
          <a:p>
            <a:pPr>
              <a:defRPr/>
            </a:pPr>
            <a:r>
              <a:rPr lang="en-US">
                <a:solidFill>
                  <a:prstClr val="black">
                    <a:tint val="75000"/>
                  </a:prstClr>
                </a:solidFill>
              </a:rPr>
              <a:t>Energy Modelling Platform for Africa - 14-29 January 2019 University of Cape Town (South Africa)</a:t>
            </a:r>
            <a:endParaRPr lang="en-US" dirty="0">
              <a:solidFill>
                <a:prstClr val="black">
                  <a:tint val="75000"/>
                </a:prstClr>
              </a:solidFill>
            </a:endParaRPr>
          </a:p>
        </p:txBody>
      </p:sp>
      <p:sp>
        <p:nvSpPr>
          <p:cNvPr id="9" name="Slide Number Placeholder 5"/>
          <p:cNvSpPr>
            <a:spLocks noGrp="1"/>
          </p:cNvSpPr>
          <p:nvPr>
            <p:ph type="sldNum" sz="quarter" idx="12"/>
          </p:nvPr>
        </p:nvSpPr>
        <p:spPr>
          <a:xfrm>
            <a:off x="10165080" y="6356350"/>
            <a:ext cx="1188720" cy="365125"/>
          </a:xfrm>
          <a:prstGeom prst="rect">
            <a:avLst/>
          </a:prstGeom>
        </p:spPr>
        <p:txBody>
          <a:bodyPr/>
          <a:lstStyle>
            <a:lvl1pPr algn="r">
              <a:defRPr sz="1400" spc="0">
                <a:solidFill>
                  <a:schemeClr val="bg2">
                    <a:lumMod val="50000"/>
                  </a:schemeClr>
                </a:solidFill>
                <a:latin typeface="+mj-lt"/>
              </a:defRPr>
            </a:lvl1pPr>
          </a:lstStyle>
          <a:p>
            <a:pPr>
              <a:defRPr/>
            </a:pPr>
            <a:fld id="{92A4DE5B-D266-47DA-B86B-5B95BCF9A6FB}" type="slidenum">
              <a:rPr lang="en-US" smtClean="0">
                <a:solidFill>
                  <a:prstClr val="black">
                    <a:tint val="75000"/>
                  </a:prstClr>
                </a:solidFill>
              </a:rPr>
              <a:pPr>
                <a:defRPr/>
              </a:pPr>
              <a:t>‹#›</a:t>
            </a:fld>
            <a:endParaRPr lang="en-US" dirty="0">
              <a:solidFill>
                <a:prstClr val="black">
                  <a:tint val="75000"/>
                </a:prstClr>
              </a:solidFill>
            </a:endParaRPr>
          </a:p>
        </p:txBody>
      </p:sp>
      <p:sp>
        <p:nvSpPr>
          <p:cNvPr id="10" name="Title Placeholder 1"/>
          <p:cNvSpPr>
            <a:spLocks noGrp="1"/>
          </p:cNvSpPr>
          <p:nvPr>
            <p:ph type="title"/>
          </p:nvPr>
        </p:nvSpPr>
        <p:spPr>
          <a:xfrm>
            <a:off x="2132456" y="364808"/>
            <a:ext cx="9221344" cy="1097280"/>
          </a:xfrm>
          <a:prstGeom prst="rect">
            <a:avLst/>
          </a:prstGeom>
        </p:spPr>
        <p:txBody>
          <a:bodyPr vert="horz" lIns="91440" tIns="45720" rIns="91440" bIns="45720" rtlCol="0" anchor="ctr">
            <a:normAutofit/>
          </a:bodyPr>
          <a:lstStyle/>
          <a:p>
            <a:r>
              <a:rPr lang="en-US" noProof="0" dirty="0"/>
              <a:t>Click to edit Master title style</a:t>
            </a:r>
            <a:endParaRPr lang="es-BO" noProof="0" dirty="0"/>
          </a:p>
        </p:txBody>
      </p:sp>
    </p:spTree>
    <p:extLst>
      <p:ext uri="{BB962C8B-B14F-4D97-AF65-F5344CB8AC3E}">
        <p14:creationId xmlns:p14="http://schemas.microsoft.com/office/powerpoint/2010/main" val="3608444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ngelog and attribution">
    <p:spTree>
      <p:nvGrpSpPr>
        <p:cNvPr id="1" name=""/>
        <p:cNvGrpSpPr/>
        <p:nvPr/>
      </p:nvGrpSpPr>
      <p:grpSpPr>
        <a:xfrm>
          <a:off x="0" y="0"/>
          <a:ext cx="0" cy="0"/>
          <a:chOff x="0" y="0"/>
          <a:chExt cx="0" cy="0"/>
        </a:xfrm>
      </p:grpSpPr>
      <p:graphicFrame>
        <p:nvGraphicFramePr>
          <p:cNvPr id="3" name="Content Placeholder 8"/>
          <p:cNvGraphicFramePr>
            <a:graphicFrameLocks/>
          </p:cNvGraphicFramePr>
          <p:nvPr>
            <p:extLst>
              <p:ext uri="{D42A27DB-BD31-4B8C-83A1-F6EECF244321}">
                <p14:modId xmlns:p14="http://schemas.microsoft.com/office/powerpoint/2010/main" val="1844603242"/>
              </p:ext>
            </p:extLst>
          </p:nvPr>
        </p:nvGraphicFramePr>
        <p:xfrm>
          <a:off x="838200" y="1616075"/>
          <a:ext cx="10515601" cy="1112520"/>
        </p:xfrm>
        <a:graphic>
          <a:graphicData uri="http://schemas.openxmlformats.org/drawingml/2006/table">
            <a:tbl>
              <a:tblPr firstRow="1" bandRow="1">
                <a:tableStyleId>{5C22544A-7EE6-4342-B048-85BDC9FD1C3A}</a:tableStyleId>
              </a:tblPr>
              <a:tblGrid>
                <a:gridCol w="1490083">
                  <a:extLst>
                    <a:ext uri="{9D8B030D-6E8A-4147-A177-3AD203B41FA5}">
                      <a16:colId xmlns:a16="http://schemas.microsoft.com/office/drawing/2014/main" val="46406547"/>
                    </a:ext>
                  </a:extLst>
                </a:gridCol>
                <a:gridCol w="3008506">
                  <a:extLst>
                    <a:ext uri="{9D8B030D-6E8A-4147-A177-3AD203B41FA5}">
                      <a16:colId xmlns:a16="http://schemas.microsoft.com/office/drawing/2014/main" val="2760605769"/>
                    </a:ext>
                  </a:extLst>
                </a:gridCol>
                <a:gridCol w="3008506">
                  <a:extLst>
                    <a:ext uri="{9D8B030D-6E8A-4147-A177-3AD203B41FA5}">
                      <a16:colId xmlns:a16="http://schemas.microsoft.com/office/drawing/2014/main" val="2954716314"/>
                    </a:ext>
                  </a:extLst>
                </a:gridCol>
                <a:gridCol w="3008506">
                  <a:extLst>
                    <a:ext uri="{9D8B030D-6E8A-4147-A177-3AD203B41FA5}">
                      <a16:colId xmlns:a16="http://schemas.microsoft.com/office/drawing/2014/main" val="3664904773"/>
                    </a:ext>
                  </a:extLst>
                </a:gridCol>
              </a:tblGrid>
              <a:tr h="370840">
                <a:tc>
                  <a:txBody>
                    <a:bodyPr/>
                    <a:lstStyle/>
                    <a:p>
                      <a:r>
                        <a:rPr lang="en-US" dirty="0"/>
                        <a:t>Date</a:t>
                      </a:r>
                      <a:endParaRPr lang="sv-SE" dirty="0"/>
                    </a:p>
                  </a:txBody>
                  <a:tcPr/>
                </a:tc>
                <a:tc>
                  <a:txBody>
                    <a:bodyPr/>
                    <a:lstStyle/>
                    <a:p>
                      <a:r>
                        <a:rPr lang="en-US" dirty="0"/>
                        <a:t>Author</a:t>
                      </a:r>
                      <a:endParaRPr lang="sv-SE" dirty="0"/>
                    </a:p>
                  </a:txBody>
                  <a:tcPr/>
                </a:tc>
                <a:tc>
                  <a:txBody>
                    <a:bodyPr/>
                    <a:lstStyle/>
                    <a:p>
                      <a:r>
                        <a:rPr lang="en-US" dirty="0"/>
                        <a:t>Reviewer</a:t>
                      </a:r>
                      <a:endParaRPr lang="sv-SE" dirty="0"/>
                    </a:p>
                  </a:txBody>
                  <a:tcPr/>
                </a:tc>
                <a:tc>
                  <a:txBody>
                    <a:bodyPr/>
                    <a:lstStyle/>
                    <a:p>
                      <a:r>
                        <a:rPr lang="en-US" dirty="0"/>
                        <a:t>Reviser</a:t>
                      </a:r>
                      <a:r>
                        <a:rPr lang="en-US" baseline="0" dirty="0"/>
                        <a:t> </a:t>
                      </a:r>
                      <a:endParaRPr lang="sv-SE" dirty="0"/>
                    </a:p>
                  </a:txBody>
                  <a:tcPr/>
                </a:tc>
                <a:extLst>
                  <a:ext uri="{0D108BD9-81ED-4DB2-BD59-A6C34878D82A}">
                    <a16:rowId xmlns:a16="http://schemas.microsoft.com/office/drawing/2014/main" val="1748660123"/>
                  </a:ext>
                </a:extLst>
              </a:tr>
              <a:tr h="370840">
                <a:tc>
                  <a:txBody>
                    <a:bodyPr/>
                    <a:lstStyle/>
                    <a:p>
                      <a:endParaRPr lang="sv-SE" dirty="0"/>
                    </a:p>
                  </a:txBody>
                  <a:tcPr/>
                </a:tc>
                <a:tc>
                  <a:txBody>
                    <a:bodyPr/>
                    <a:lstStyle/>
                    <a:p>
                      <a:endParaRPr lang="sv-SE" dirty="0"/>
                    </a:p>
                  </a:txBody>
                  <a:tcPr/>
                </a:tc>
                <a:tc>
                  <a:txBody>
                    <a:bodyPr/>
                    <a:lstStyle/>
                    <a:p>
                      <a:endParaRPr lang="sv-SE" dirty="0"/>
                    </a:p>
                  </a:txBody>
                  <a:tcPr/>
                </a:tc>
                <a:tc>
                  <a:txBody>
                    <a:bodyPr/>
                    <a:lstStyle/>
                    <a:p>
                      <a:endParaRPr lang="sv-SE" dirty="0"/>
                    </a:p>
                  </a:txBody>
                  <a:tcPr/>
                </a:tc>
                <a:extLst>
                  <a:ext uri="{0D108BD9-81ED-4DB2-BD59-A6C34878D82A}">
                    <a16:rowId xmlns:a16="http://schemas.microsoft.com/office/drawing/2014/main" val="250744443"/>
                  </a:ext>
                </a:extLst>
              </a:tr>
              <a:tr h="370840">
                <a:tc>
                  <a:txBody>
                    <a:bodyPr/>
                    <a:lstStyle/>
                    <a:p>
                      <a:endParaRPr lang="sv-SE" dirty="0"/>
                    </a:p>
                  </a:txBody>
                  <a:tcPr/>
                </a:tc>
                <a:tc>
                  <a:txBody>
                    <a:bodyPr/>
                    <a:lstStyle/>
                    <a:p>
                      <a:endParaRPr lang="sv-SE" dirty="0"/>
                    </a:p>
                  </a:txBody>
                  <a:tcPr/>
                </a:tc>
                <a:tc>
                  <a:txBody>
                    <a:bodyPr/>
                    <a:lstStyle/>
                    <a:p>
                      <a:endParaRPr lang="sv-SE" dirty="0"/>
                    </a:p>
                  </a:txBody>
                  <a:tcPr/>
                </a:tc>
                <a:tc>
                  <a:txBody>
                    <a:bodyPr/>
                    <a:lstStyle/>
                    <a:p>
                      <a:endParaRPr lang="sv-SE" dirty="0"/>
                    </a:p>
                  </a:txBody>
                  <a:tcPr/>
                </a:tc>
                <a:extLst>
                  <a:ext uri="{0D108BD9-81ED-4DB2-BD59-A6C34878D82A}">
                    <a16:rowId xmlns:a16="http://schemas.microsoft.com/office/drawing/2014/main" val="1072775028"/>
                  </a:ext>
                </a:extLst>
              </a:tr>
            </a:tbl>
          </a:graphicData>
        </a:graphic>
      </p:graphicFrame>
      <p:sp>
        <p:nvSpPr>
          <p:cNvPr id="4" name="TextBox 3"/>
          <p:cNvSpPr txBox="1"/>
          <p:nvPr/>
        </p:nvSpPr>
        <p:spPr>
          <a:xfrm>
            <a:off x="838200" y="5397500"/>
            <a:ext cx="10515600" cy="851282"/>
          </a:xfrm>
          <a:prstGeom prst="rect">
            <a:avLst/>
          </a:prstGeom>
        </p:spPr>
        <p:txBody>
          <a:bodyPr vert="horz" wrap="square" lIns="91440" tIns="0" rIns="91440" bIns="0" rtlCol="0" anchor="t">
            <a:noAutofit/>
          </a:bodyPr>
          <a:lstStyle/>
          <a:p>
            <a:pPr indent="0"/>
            <a:r>
              <a:rPr lang="sv-SE" i="1" dirty="0"/>
              <a:t>To </a:t>
            </a:r>
            <a:r>
              <a:rPr lang="sv-SE" i="1" dirty="0" err="1"/>
              <a:t>correctly</a:t>
            </a:r>
            <a:r>
              <a:rPr lang="sv-SE" i="1" dirty="0"/>
              <a:t> </a:t>
            </a:r>
            <a:r>
              <a:rPr lang="sv-SE" i="1" dirty="0" err="1"/>
              <a:t>reference</a:t>
            </a:r>
            <a:r>
              <a:rPr lang="sv-SE" i="1" dirty="0"/>
              <a:t> </a:t>
            </a:r>
            <a:r>
              <a:rPr lang="sv-SE" i="1" dirty="0" err="1"/>
              <a:t>this</a:t>
            </a:r>
            <a:r>
              <a:rPr lang="sv-SE" i="1" dirty="0"/>
              <a:t> </a:t>
            </a:r>
            <a:r>
              <a:rPr lang="sv-SE" i="1" dirty="0" err="1"/>
              <a:t>work</a:t>
            </a:r>
            <a:r>
              <a:rPr lang="sv-SE" i="1" dirty="0"/>
              <a:t>, </a:t>
            </a:r>
            <a:r>
              <a:rPr lang="sv-SE" i="1" dirty="0" err="1"/>
              <a:t>please</a:t>
            </a:r>
            <a:r>
              <a:rPr lang="sv-SE" i="1" dirty="0"/>
              <a:t> </a:t>
            </a:r>
            <a:r>
              <a:rPr lang="sv-SE" i="1" dirty="0" err="1"/>
              <a:t>use</a:t>
            </a:r>
            <a:r>
              <a:rPr lang="sv-SE" i="1" dirty="0"/>
              <a:t> the </a:t>
            </a:r>
            <a:r>
              <a:rPr lang="sv-SE" i="1" dirty="0" err="1"/>
              <a:t>following</a:t>
            </a:r>
            <a:r>
              <a:rPr lang="sv-SE" i="1" dirty="0"/>
              <a:t>:</a:t>
            </a:r>
          </a:p>
        </p:txBody>
      </p:sp>
      <p:sp>
        <p:nvSpPr>
          <p:cNvPr id="5" name="Date Placeholder 3"/>
          <p:cNvSpPr>
            <a:spLocks noGrp="1"/>
          </p:cNvSpPr>
          <p:nvPr>
            <p:ph type="dt" sz="half" idx="10"/>
          </p:nvPr>
        </p:nvSpPr>
        <p:spPr>
          <a:xfrm>
            <a:off x="838200" y="6356350"/>
            <a:ext cx="1188720" cy="365125"/>
          </a:xfrm>
          <a:prstGeom prst="rect">
            <a:avLst/>
          </a:prstGeom>
        </p:spPr>
        <p:txBody>
          <a:bodyPr/>
          <a:lstStyle>
            <a:lvl1pPr>
              <a:defRPr sz="1400" spc="0">
                <a:solidFill>
                  <a:schemeClr val="bg2">
                    <a:lumMod val="50000"/>
                  </a:schemeClr>
                </a:solidFill>
              </a:defRPr>
            </a:lvl1pPr>
          </a:lstStyle>
          <a:p>
            <a:r>
              <a:rPr lang="sv-SE" smtClean="0"/>
              <a:t>04/2019</a:t>
            </a:r>
            <a:endParaRPr lang="en-GB" dirty="0"/>
          </a:p>
        </p:txBody>
      </p:sp>
      <p:sp>
        <p:nvSpPr>
          <p:cNvPr id="6" name="Footer Placeholder 4"/>
          <p:cNvSpPr>
            <a:spLocks noGrp="1"/>
          </p:cNvSpPr>
          <p:nvPr>
            <p:ph type="ftr" sz="quarter" idx="11"/>
          </p:nvPr>
        </p:nvSpPr>
        <p:spPr>
          <a:xfrm>
            <a:off x="2525268" y="6356349"/>
            <a:ext cx="7141464" cy="365125"/>
          </a:xfrm>
          <a:prstGeom prst="rect">
            <a:avLst/>
          </a:prstGeom>
        </p:spPr>
        <p:txBody>
          <a:bodyPr/>
          <a:lstStyle>
            <a:lvl1pPr algn="ctr">
              <a:defRPr sz="1400" spc="0">
                <a:solidFill>
                  <a:schemeClr val="bg2">
                    <a:lumMod val="50000"/>
                  </a:schemeClr>
                </a:solidFill>
              </a:defRPr>
            </a:lvl1pPr>
          </a:lstStyle>
          <a:p>
            <a:r>
              <a:rPr lang="en-US"/>
              <a:t>Energy Modelling Platform for Africa - 14-29 January 2019 University of Cape Town (South Africa)</a:t>
            </a:r>
            <a:endParaRPr lang="fr-FR" dirty="0"/>
          </a:p>
        </p:txBody>
      </p:sp>
      <p:sp>
        <p:nvSpPr>
          <p:cNvPr id="7" name="Slide Number Placeholder 5"/>
          <p:cNvSpPr>
            <a:spLocks noGrp="1"/>
          </p:cNvSpPr>
          <p:nvPr>
            <p:ph type="sldNum" sz="quarter" idx="12"/>
          </p:nvPr>
        </p:nvSpPr>
        <p:spPr>
          <a:xfrm>
            <a:off x="10165080" y="6356350"/>
            <a:ext cx="1188720" cy="365125"/>
          </a:xfrm>
          <a:prstGeom prst="rect">
            <a:avLst/>
          </a:prstGeom>
        </p:spPr>
        <p:txBody>
          <a:bodyPr/>
          <a:lstStyle>
            <a:lvl1pPr algn="r">
              <a:defRPr sz="1400" spc="0">
                <a:solidFill>
                  <a:schemeClr val="bg2">
                    <a:lumMod val="50000"/>
                  </a:schemeClr>
                </a:solidFill>
              </a:defRPr>
            </a:lvl1pPr>
          </a:lstStyle>
          <a:p>
            <a:fld id="{AB23EEE3-DD26-4109-9996-A0F31E800E69}" type="slidenum">
              <a:rPr lang="en-GB" smtClean="0"/>
              <a:pPr/>
              <a:t>‹#›</a:t>
            </a:fld>
            <a:endParaRPr lang="en-GB" dirty="0"/>
          </a:p>
        </p:txBody>
      </p:sp>
      <p:sp>
        <p:nvSpPr>
          <p:cNvPr id="8" name="Title Placeholder 1"/>
          <p:cNvSpPr>
            <a:spLocks noGrp="1"/>
          </p:cNvSpPr>
          <p:nvPr>
            <p:ph type="title"/>
          </p:nvPr>
        </p:nvSpPr>
        <p:spPr>
          <a:xfrm>
            <a:off x="2132456" y="364808"/>
            <a:ext cx="9221344" cy="1097280"/>
          </a:xfrm>
          <a:prstGeom prst="rect">
            <a:avLst/>
          </a:prstGeom>
        </p:spPr>
        <p:txBody>
          <a:bodyPr vert="horz" lIns="91440" tIns="45720" rIns="91440" bIns="45720" rtlCol="0" anchor="ctr">
            <a:normAutofit/>
          </a:bodyPr>
          <a:lstStyle/>
          <a:p>
            <a:r>
              <a:rPr lang="en-US" noProof="0" dirty="0"/>
              <a:t>Click to edit Master title style</a:t>
            </a:r>
            <a:endParaRPr lang="es-BO" noProof="0" dirty="0"/>
          </a:p>
        </p:txBody>
      </p:sp>
    </p:spTree>
    <p:extLst>
      <p:ext uri="{BB962C8B-B14F-4D97-AF65-F5344CB8AC3E}">
        <p14:creationId xmlns:p14="http://schemas.microsoft.com/office/powerpoint/2010/main" val="60073513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s-BO" noProof="0" dirty="0"/>
          </a:p>
        </p:txBody>
      </p:sp>
      <p:sp>
        <p:nvSpPr>
          <p:cNvPr id="9" name="Title 1"/>
          <p:cNvSpPr>
            <a:spLocks noGrp="1"/>
          </p:cNvSpPr>
          <p:nvPr>
            <p:ph type="title"/>
          </p:nvPr>
        </p:nvSpPr>
        <p:spPr>
          <a:xfrm>
            <a:off x="2123090" y="382053"/>
            <a:ext cx="9226296" cy="669507"/>
          </a:xfrm>
          <a:prstGeom prst="rect">
            <a:avLst/>
          </a:prstGeom>
        </p:spPr>
        <p:txBody>
          <a:bodyPr/>
          <a:lstStyle/>
          <a:p>
            <a:r>
              <a:rPr lang="en-US" noProof="0"/>
              <a:t>Click to edit Master title style</a:t>
            </a:r>
            <a:endParaRPr lang="es-BO" noProof="0" dirty="0"/>
          </a:p>
        </p:txBody>
      </p:sp>
      <p:sp>
        <p:nvSpPr>
          <p:cNvPr id="14" name="Content Placeholder 13"/>
          <p:cNvSpPr>
            <a:spLocks noGrp="1"/>
          </p:cNvSpPr>
          <p:nvPr>
            <p:ph sz="quarter" idx="13" hasCustomPrompt="1"/>
          </p:nvPr>
        </p:nvSpPr>
        <p:spPr>
          <a:xfrm>
            <a:off x="2123090" y="1051561"/>
            <a:ext cx="9220200" cy="398776"/>
          </a:xfrm>
        </p:spPr>
        <p:txBody>
          <a:bodyPr tIns="0" bIns="0"/>
          <a:lstStyle>
            <a:lvl1pPr marL="914400" indent="0">
              <a:defRPr b="1">
                <a:solidFill>
                  <a:schemeClr val="bg2">
                    <a:lumMod val="50000"/>
                  </a:schemeClr>
                </a:solidFill>
              </a:defRPr>
            </a:lvl1pPr>
          </a:lstStyle>
          <a:p>
            <a:pPr lvl="0"/>
            <a:r>
              <a:rPr lang="es-BO" noProof="0" dirty="0" err="1"/>
              <a:t>Edit</a:t>
            </a:r>
            <a:r>
              <a:rPr lang="es-BO" noProof="0" dirty="0"/>
              <a:t> Master </a:t>
            </a:r>
            <a:r>
              <a:rPr lang="es-BO" noProof="0" dirty="0" err="1"/>
              <a:t>Subtitle</a:t>
            </a:r>
            <a:r>
              <a:rPr lang="es-BO" noProof="0" dirty="0"/>
              <a:t> </a:t>
            </a:r>
            <a:r>
              <a:rPr lang="es-BO" noProof="0" dirty="0" err="1"/>
              <a:t>style</a:t>
            </a:r>
            <a:endParaRPr lang="es-BO" noProof="0" dirty="0"/>
          </a:p>
        </p:txBody>
      </p:sp>
      <p:sp>
        <p:nvSpPr>
          <p:cNvPr id="8" name="Date Placeholder 3"/>
          <p:cNvSpPr>
            <a:spLocks noGrp="1"/>
          </p:cNvSpPr>
          <p:nvPr>
            <p:ph type="dt" sz="half" idx="10"/>
          </p:nvPr>
        </p:nvSpPr>
        <p:spPr>
          <a:xfrm>
            <a:off x="838200" y="6356350"/>
            <a:ext cx="1188720" cy="365125"/>
          </a:xfrm>
          <a:prstGeom prst="rect">
            <a:avLst/>
          </a:prstGeom>
        </p:spPr>
        <p:txBody>
          <a:bodyPr/>
          <a:lstStyle>
            <a:lvl1pPr>
              <a:defRPr sz="1400" spc="0">
                <a:solidFill>
                  <a:schemeClr val="bg2">
                    <a:lumMod val="50000"/>
                  </a:schemeClr>
                </a:solidFill>
                <a:latin typeface="+mj-lt"/>
              </a:defRPr>
            </a:lvl1pPr>
          </a:lstStyle>
          <a:p>
            <a:pPr>
              <a:defRPr/>
            </a:pPr>
            <a:r>
              <a:rPr lang="sv-SE" smtClean="0">
                <a:solidFill>
                  <a:prstClr val="black">
                    <a:tint val="75000"/>
                  </a:prstClr>
                </a:solidFill>
              </a:rPr>
              <a:t>04/2019</a:t>
            </a:r>
            <a:endParaRPr lang="en-US">
              <a:solidFill>
                <a:prstClr val="black">
                  <a:tint val="75000"/>
                </a:prstClr>
              </a:solidFill>
            </a:endParaRPr>
          </a:p>
        </p:txBody>
      </p:sp>
      <p:sp>
        <p:nvSpPr>
          <p:cNvPr id="10" name="Footer Placeholder 4"/>
          <p:cNvSpPr>
            <a:spLocks noGrp="1"/>
          </p:cNvSpPr>
          <p:nvPr>
            <p:ph type="ftr" sz="quarter" idx="11"/>
          </p:nvPr>
        </p:nvSpPr>
        <p:spPr>
          <a:xfrm>
            <a:off x="2525268" y="6356349"/>
            <a:ext cx="7141464" cy="365125"/>
          </a:xfrm>
          <a:prstGeom prst="rect">
            <a:avLst/>
          </a:prstGeom>
        </p:spPr>
        <p:txBody>
          <a:bodyPr/>
          <a:lstStyle>
            <a:lvl1pPr algn="ctr">
              <a:defRPr sz="1400" spc="0">
                <a:solidFill>
                  <a:schemeClr val="bg2">
                    <a:lumMod val="50000"/>
                  </a:schemeClr>
                </a:solidFill>
                <a:latin typeface="+mj-lt"/>
              </a:defRPr>
            </a:lvl1pPr>
          </a:lstStyle>
          <a:p>
            <a:pPr>
              <a:defRPr/>
            </a:pPr>
            <a:r>
              <a:rPr lang="en-US" dirty="0">
                <a:solidFill>
                  <a:prstClr val="black">
                    <a:tint val="75000"/>
                  </a:prstClr>
                </a:solidFill>
              </a:rPr>
              <a:t>Energy Modelling Platform for Africa - 14-29 January 2019 University of Cape Town (South Africa)</a:t>
            </a:r>
          </a:p>
        </p:txBody>
      </p:sp>
      <p:sp>
        <p:nvSpPr>
          <p:cNvPr id="11" name="Slide Number Placeholder 5"/>
          <p:cNvSpPr>
            <a:spLocks noGrp="1"/>
          </p:cNvSpPr>
          <p:nvPr>
            <p:ph type="sldNum" sz="quarter" idx="12"/>
          </p:nvPr>
        </p:nvSpPr>
        <p:spPr>
          <a:xfrm>
            <a:off x="10165080" y="6356350"/>
            <a:ext cx="1188720" cy="365125"/>
          </a:xfrm>
          <a:prstGeom prst="rect">
            <a:avLst/>
          </a:prstGeom>
        </p:spPr>
        <p:txBody>
          <a:bodyPr/>
          <a:lstStyle>
            <a:lvl1pPr algn="r">
              <a:defRPr sz="1400" spc="0">
                <a:solidFill>
                  <a:schemeClr val="bg2">
                    <a:lumMod val="50000"/>
                  </a:schemeClr>
                </a:solidFill>
                <a:latin typeface="+mj-lt"/>
              </a:defRPr>
            </a:lvl1pPr>
          </a:lstStyle>
          <a:p>
            <a:pPr>
              <a:defRPr/>
            </a:pPr>
            <a:fld id="{92A4DE5B-D266-47DA-B86B-5B95BCF9A6FB}"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92700001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lgn="l">
              <a:defRPr sz="6000"/>
            </a:lvl1pPr>
          </a:lstStyle>
          <a:p>
            <a:r>
              <a:rPr lang="en-US" noProof="0"/>
              <a:t>Click to edit Master title style</a:t>
            </a:r>
            <a:endParaRPr lang="es-BO" noProof="0"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7" name="Date Placeholder 3"/>
          <p:cNvSpPr>
            <a:spLocks noGrp="1"/>
          </p:cNvSpPr>
          <p:nvPr>
            <p:ph type="dt" sz="half" idx="10"/>
          </p:nvPr>
        </p:nvSpPr>
        <p:spPr>
          <a:xfrm>
            <a:off x="838200" y="6356350"/>
            <a:ext cx="1188720" cy="365125"/>
          </a:xfrm>
          <a:prstGeom prst="rect">
            <a:avLst/>
          </a:prstGeom>
        </p:spPr>
        <p:txBody>
          <a:bodyPr/>
          <a:lstStyle>
            <a:lvl1pPr>
              <a:defRPr sz="1400" spc="0">
                <a:solidFill>
                  <a:schemeClr val="bg2">
                    <a:lumMod val="50000"/>
                  </a:schemeClr>
                </a:solidFill>
                <a:latin typeface="+mj-lt"/>
              </a:defRPr>
            </a:lvl1pPr>
          </a:lstStyle>
          <a:p>
            <a:pPr>
              <a:defRPr/>
            </a:pPr>
            <a:r>
              <a:rPr lang="sv-SE" smtClean="0">
                <a:solidFill>
                  <a:prstClr val="black">
                    <a:tint val="75000"/>
                  </a:prstClr>
                </a:solidFill>
              </a:rPr>
              <a:t>04/2019</a:t>
            </a:r>
            <a:endParaRPr lang="en-US">
              <a:solidFill>
                <a:prstClr val="black">
                  <a:tint val="75000"/>
                </a:prstClr>
              </a:solidFill>
            </a:endParaRPr>
          </a:p>
        </p:txBody>
      </p:sp>
      <p:sp>
        <p:nvSpPr>
          <p:cNvPr id="8" name="Footer Placeholder 4"/>
          <p:cNvSpPr>
            <a:spLocks noGrp="1"/>
          </p:cNvSpPr>
          <p:nvPr>
            <p:ph type="ftr" sz="quarter" idx="11"/>
          </p:nvPr>
        </p:nvSpPr>
        <p:spPr>
          <a:xfrm>
            <a:off x="2525268" y="6356349"/>
            <a:ext cx="7141464" cy="365125"/>
          </a:xfrm>
          <a:prstGeom prst="rect">
            <a:avLst/>
          </a:prstGeom>
        </p:spPr>
        <p:txBody>
          <a:bodyPr/>
          <a:lstStyle>
            <a:lvl1pPr algn="ctr">
              <a:defRPr sz="1400" spc="0">
                <a:solidFill>
                  <a:schemeClr val="bg2">
                    <a:lumMod val="50000"/>
                  </a:schemeClr>
                </a:solidFill>
                <a:latin typeface="+mj-lt"/>
              </a:defRPr>
            </a:lvl1pPr>
          </a:lstStyle>
          <a:p>
            <a:pPr>
              <a:defRPr/>
            </a:pPr>
            <a:r>
              <a:rPr lang="en-US">
                <a:solidFill>
                  <a:prstClr val="black">
                    <a:tint val="75000"/>
                  </a:prstClr>
                </a:solidFill>
              </a:rPr>
              <a:t>Energy Modelling Platform for Africa - 14-29 January 2019 University of Cape Town (South Africa)</a:t>
            </a:r>
          </a:p>
        </p:txBody>
      </p:sp>
      <p:sp>
        <p:nvSpPr>
          <p:cNvPr id="9" name="Slide Number Placeholder 5"/>
          <p:cNvSpPr>
            <a:spLocks noGrp="1"/>
          </p:cNvSpPr>
          <p:nvPr>
            <p:ph type="sldNum" sz="quarter" idx="12"/>
          </p:nvPr>
        </p:nvSpPr>
        <p:spPr>
          <a:xfrm>
            <a:off x="10165080" y="6356350"/>
            <a:ext cx="1188720" cy="365125"/>
          </a:xfrm>
          <a:prstGeom prst="rect">
            <a:avLst/>
          </a:prstGeom>
        </p:spPr>
        <p:txBody>
          <a:bodyPr/>
          <a:lstStyle>
            <a:lvl1pPr algn="r">
              <a:defRPr sz="1400" spc="0">
                <a:solidFill>
                  <a:schemeClr val="bg2">
                    <a:lumMod val="50000"/>
                  </a:schemeClr>
                </a:solidFill>
                <a:latin typeface="+mj-lt"/>
              </a:defRPr>
            </a:lvl1pPr>
          </a:lstStyle>
          <a:p>
            <a:pPr>
              <a:defRPr/>
            </a:pPr>
            <a:fld id="{92A4DE5B-D266-47DA-B86B-5B95BCF9A6FB}"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4903890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618488"/>
            <a:ext cx="5181600" cy="4579112"/>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s-BO" noProof="0" dirty="0"/>
          </a:p>
        </p:txBody>
      </p:sp>
      <p:sp>
        <p:nvSpPr>
          <p:cNvPr id="4" name="Content Placeholder 3"/>
          <p:cNvSpPr>
            <a:spLocks noGrp="1"/>
          </p:cNvSpPr>
          <p:nvPr>
            <p:ph sz="half" idx="2"/>
          </p:nvPr>
        </p:nvSpPr>
        <p:spPr>
          <a:xfrm>
            <a:off x="6172200" y="1618488"/>
            <a:ext cx="5181600" cy="4579112"/>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s-BO" noProof="0" dirty="0"/>
          </a:p>
        </p:txBody>
      </p:sp>
      <p:sp>
        <p:nvSpPr>
          <p:cNvPr id="8" name="Date Placeholder 3"/>
          <p:cNvSpPr>
            <a:spLocks noGrp="1"/>
          </p:cNvSpPr>
          <p:nvPr>
            <p:ph type="dt" sz="half" idx="10"/>
          </p:nvPr>
        </p:nvSpPr>
        <p:spPr>
          <a:xfrm>
            <a:off x="838200" y="6356350"/>
            <a:ext cx="1188720" cy="365125"/>
          </a:xfrm>
          <a:prstGeom prst="rect">
            <a:avLst/>
          </a:prstGeom>
        </p:spPr>
        <p:txBody>
          <a:bodyPr/>
          <a:lstStyle>
            <a:lvl1pPr>
              <a:defRPr sz="1400" spc="0">
                <a:solidFill>
                  <a:schemeClr val="bg2">
                    <a:lumMod val="50000"/>
                  </a:schemeClr>
                </a:solidFill>
                <a:latin typeface="+mj-lt"/>
              </a:defRPr>
            </a:lvl1pPr>
          </a:lstStyle>
          <a:p>
            <a:pPr>
              <a:defRPr/>
            </a:pPr>
            <a:r>
              <a:rPr lang="sv-SE" smtClean="0">
                <a:solidFill>
                  <a:prstClr val="black">
                    <a:tint val="75000"/>
                  </a:prstClr>
                </a:solidFill>
              </a:rPr>
              <a:t>04/2019</a:t>
            </a:r>
            <a:endParaRPr lang="en-US">
              <a:solidFill>
                <a:prstClr val="black">
                  <a:tint val="75000"/>
                </a:prstClr>
              </a:solidFill>
            </a:endParaRPr>
          </a:p>
        </p:txBody>
      </p:sp>
      <p:sp>
        <p:nvSpPr>
          <p:cNvPr id="9" name="Footer Placeholder 4"/>
          <p:cNvSpPr>
            <a:spLocks noGrp="1"/>
          </p:cNvSpPr>
          <p:nvPr>
            <p:ph type="ftr" sz="quarter" idx="11"/>
          </p:nvPr>
        </p:nvSpPr>
        <p:spPr>
          <a:xfrm>
            <a:off x="2525268" y="6356349"/>
            <a:ext cx="7141464" cy="365125"/>
          </a:xfrm>
          <a:prstGeom prst="rect">
            <a:avLst/>
          </a:prstGeom>
        </p:spPr>
        <p:txBody>
          <a:bodyPr/>
          <a:lstStyle>
            <a:lvl1pPr algn="ctr">
              <a:defRPr sz="1400" spc="0">
                <a:solidFill>
                  <a:schemeClr val="bg2">
                    <a:lumMod val="50000"/>
                  </a:schemeClr>
                </a:solidFill>
                <a:latin typeface="+mj-lt"/>
              </a:defRPr>
            </a:lvl1pPr>
          </a:lstStyle>
          <a:p>
            <a:pPr>
              <a:defRPr/>
            </a:pPr>
            <a:r>
              <a:rPr lang="en-US">
                <a:solidFill>
                  <a:prstClr val="black">
                    <a:tint val="75000"/>
                  </a:prstClr>
                </a:solidFill>
              </a:rPr>
              <a:t>Energy Modelling Platform for Africa - 14-29 January 2019 University of Cape Town (South Africa)</a:t>
            </a:r>
          </a:p>
        </p:txBody>
      </p:sp>
      <p:sp>
        <p:nvSpPr>
          <p:cNvPr id="10" name="Slide Number Placeholder 5"/>
          <p:cNvSpPr>
            <a:spLocks noGrp="1"/>
          </p:cNvSpPr>
          <p:nvPr>
            <p:ph type="sldNum" sz="quarter" idx="12"/>
          </p:nvPr>
        </p:nvSpPr>
        <p:spPr>
          <a:xfrm>
            <a:off x="10165080" y="6356350"/>
            <a:ext cx="1188720" cy="365125"/>
          </a:xfrm>
          <a:prstGeom prst="rect">
            <a:avLst/>
          </a:prstGeom>
        </p:spPr>
        <p:txBody>
          <a:bodyPr/>
          <a:lstStyle>
            <a:lvl1pPr algn="r">
              <a:defRPr sz="1400" spc="0">
                <a:solidFill>
                  <a:schemeClr val="bg2">
                    <a:lumMod val="50000"/>
                  </a:schemeClr>
                </a:solidFill>
                <a:latin typeface="+mj-lt"/>
              </a:defRPr>
            </a:lvl1pPr>
          </a:lstStyle>
          <a:p>
            <a:pPr>
              <a:defRPr/>
            </a:pPr>
            <a:fld id="{92A4DE5B-D266-47DA-B86B-5B95BCF9A6FB}" type="slidenum">
              <a:rPr lang="en-US" smtClean="0">
                <a:solidFill>
                  <a:prstClr val="black">
                    <a:tint val="75000"/>
                  </a:prstClr>
                </a:solidFill>
              </a:rPr>
              <a:pPr>
                <a:defRPr/>
              </a:pPr>
              <a:t>‹#›</a:t>
            </a:fld>
            <a:endParaRPr lang="en-US">
              <a:solidFill>
                <a:prstClr val="black">
                  <a:tint val="75000"/>
                </a:prstClr>
              </a:solidFill>
            </a:endParaRPr>
          </a:p>
        </p:txBody>
      </p:sp>
      <p:sp>
        <p:nvSpPr>
          <p:cNvPr id="11" name="Title Placeholder 1"/>
          <p:cNvSpPr>
            <a:spLocks noGrp="1"/>
          </p:cNvSpPr>
          <p:nvPr>
            <p:ph type="title"/>
          </p:nvPr>
        </p:nvSpPr>
        <p:spPr>
          <a:xfrm>
            <a:off x="2132456" y="364808"/>
            <a:ext cx="9221344" cy="1097280"/>
          </a:xfrm>
          <a:prstGeom prst="rect">
            <a:avLst/>
          </a:prstGeom>
        </p:spPr>
        <p:txBody>
          <a:bodyPr vert="horz" lIns="91440" tIns="45720" rIns="91440" bIns="45720" rtlCol="0" anchor="ctr">
            <a:normAutofit/>
          </a:bodyPr>
          <a:lstStyle/>
          <a:p>
            <a:r>
              <a:rPr lang="en-US" noProof="0" dirty="0"/>
              <a:t>Click to edit Master title style</a:t>
            </a:r>
            <a:endParaRPr lang="es-BO" noProof="0" dirty="0"/>
          </a:p>
        </p:txBody>
      </p:sp>
    </p:spTree>
    <p:extLst>
      <p:ext uri="{BB962C8B-B14F-4D97-AF65-F5344CB8AC3E}">
        <p14:creationId xmlns:p14="http://schemas.microsoft.com/office/powerpoint/2010/main" val="295930374"/>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618488"/>
            <a:ext cx="5181600" cy="4579112"/>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s-BO" noProof="0" dirty="0"/>
          </a:p>
        </p:txBody>
      </p:sp>
      <p:sp>
        <p:nvSpPr>
          <p:cNvPr id="4" name="Content Placeholder 3"/>
          <p:cNvSpPr>
            <a:spLocks noGrp="1"/>
          </p:cNvSpPr>
          <p:nvPr>
            <p:ph sz="half" idx="2"/>
          </p:nvPr>
        </p:nvSpPr>
        <p:spPr>
          <a:xfrm>
            <a:off x="6172200" y="1618488"/>
            <a:ext cx="5181600" cy="4579112"/>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s-BO" noProof="0" dirty="0"/>
          </a:p>
        </p:txBody>
      </p:sp>
      <p:sp>
        <p:nvSpPr>
          <p:cNvPr id="10" name="Date Placeholder 3"/>
          <p:cNvSpPr>
            <a:spLocks noGrp="1"/>
          </p:cNvSpPr>
          <p:nvPr>
            <p:ph type="dt" sz="half" idx="10"/>
          </p:nvPr>
        </p:nvSpPr>
        <p:spPr>
          <a:xfrm>
            <a:off x="838200" y="6356350"/>
            <a:ext cx="1188720" cy="365125"/>
          </a:xfrm>
          <a:prstGeom prst="rect">
            <a:avLst/>
          </a:prstGeom>
        </p:spPr>
        <p:txBody>
          <a:bodyPr/>
          <a:lstStyle>
            <a:lvl1pPr>
              <a:defRPr sz="1400" spc="0">
                <a:solidFill>
                  <a:schemeClr val="bg2">
                    <a:lumMod val="50000"/>
                  </a:schemeClr>
                </a:solidFill>
                <a:latin typeface="+mj-lt"/>
              </a:defRPr>
            </a:lvl1pPr>
          </a:lstStyle>
          <a:p>
            <a:pPr>
              <a:defRPr/>
            </a:pPr>
            <a:r>
              <a:rPr lang="sv-SE" smtClean="0">
                <a:solidFill>
                  <a:prstClr val="black">
                    <a:tint val="75000"/>
                  </a:prstClr>
                </a:solidFill>
              </a:rPr>
              <a:t>04/2019</a:t>
            </a:r>
            <a:endParaRPr lang="en-US">
              <a:solidFill>
                <a:prstClr val="black">
                  <a:tint val="75000"/>
                </a:prstClr>
              </a:solidFill>
            </a:endParaRPr>
          </a:p>
        </p:txBody>
      </p:sp>
      <p:sp>
        <p:nvSpPr>
          <p:cNvPr id="11" name="Footer Placeholder 4"/>
          <p:cNvSpPr>
            <a:spLocks noGrp="1"/>
          </p:cNvSpPr>
          <p:nvPr>
            <p:ph type="ftr" sz="quarter" idx="11"/>
          </p:nvPr>
        </p:nvSpPr>
        <p:spPr>
          <a:xfrm>
            <a:off x="2525268" y="6356349"/>
            <a:ext cx="7141464" cy="365125"/>
          </a:xfrm>
          <a:prstGeom prst="rect">
            <a:avLst/>
          </a:prstGeom>
        </p:spPr>
        <p:txBody>
          <a:bodyPr/>
          <a:lstStyle>
            <a:lvl1pPr algn="ctr">
              <a:defRPr sz="1400" spc="0">
                <a:solidFill>
                  <a:schemeClr val="bg2">
                    <a:lumMod val="50000"/>
                  </a:schemeClr>
                </a:solidFill>
                <a:latin typeface="+mj-lt"/>
              </a:defRPr>
            </a:lvl1pPr>
          </a:lstStyle>
          <a:p>
            <a:pPr>
              <a:defRPr/>
            </a:pPr>
            <a:r>
              <a:rPr lang="en-US">
                <a:solidFill>
                  <a:prstClr val="black">
                    <a:tint val="75000"/>
                  </a:prstClr>
                </a:solidFill>
              </a:rPr>
              <a:t>Energy Modelling Platform for Africa - 14-29 January 2019 University of Cape Town (South Africa)</a:t>
            </a:r>
          </a:p>
        </p:txBody>
      </p:sp>
      <p:sp>
        <p:nvSpPr>
          <p:cNvPr id="13" name="Title 1"/>
          <p:cNvSpPr>
            <a:spLocks noGrp="1"/>
          </p:cNvSpPr>
          <p:nvPr>
            <p:ph type="title"/>
          </p:nvPr>
        </p:nvSpPr>
        <p:spPr>
          <a:xfrm>
            <a:off x="2123090" y="382053"/>
            <a:ext cx="9226296" cy="669507"/>
          </a:xfrm>
          <a:prstGeom prst="rect">
            <a:avLst/>
          </a:prstGeom>
        </p:spPr>
        <p:txBody>
          <a:bodyPr/>
          <a:lstStyle/>
          <a:p>
            <a:r>
              <a:rPr lang="en-US" noProof="0"/>
              <a:t>Click to edit Master title style</a:t>
            </a:r>
            <a:endParaRPr lang="es-BO" noProof="0" dirty="0"/>
          </a:p>
        </p:txBody>
      </p:sp>
      <p:sp>
        <p:nvSpPr>
          <p:cNvPr id="14" name="Content Placeholder 13"/>
          <p:cNvSpPr>
            <a:spLocks noGrp="1"/>
          </p:cNvSpPr>
          <p:nvPr>
            <p:ph sz="quarter" idx="13" hasCustomPrompt="1"/>
          </p:nvPr>
        </p:nvSpPr>
        <p:spPr>
          <a:xfrm>
            <a:off x="2123090" y="1051561"/>
            <a:ext cx="9220200" cy="398776"/>
          </a:xfrm>
        </p:spPr>
        <p:txBody>
          <a:bodyPr tIns="0" bIns="0"/>
          <a:lstStyle>
            <a:lvl1pPr marL="914400" indent="0">
              <a:defRPr b="1">
                <a:solidFill>
                  <a:schemeClr val="bg2">
                    <a:lumMod val="50000"/>
                  </a:schemeClr>
                </a:solidFill>
              </a:defRPr>
            </a:lvl1pPr>
          </a:lstStyle>
          <a:p>
            <a:pPr lvl="0"/>
            <a:r>
              <a:rPr lang="es-BO" noProof="0" dirty="0" err="1"/>
              <a:t>Edit</a:t>
            </a:r>
            <a:r>
              <a:rPr lang="es-BO" noProof="0" dirty="0"/>
              <a:t> Master </a:t>
            </a:r>
            <a:r>
              <a:rPr lang="es-BO" noProof="0" dirty="0" err="1"/>
              <a:t>Subtitle</a:t>
            </a:r>
            <a:r>
              <a:rPr lang="es-BO" noProof="0" dirty="0"/>
              <a:t> </a:t>
            </a:r>
            <a:r>
              <a:rPr lang="es-BO" noProof="0" dirty="0" err="1"/>
              <a:t>style</a:t>
            </a:r>
            <a:endParaRPr lang="es-BO" noProof="0" dirty="0"/>
          </a:p>
        </p:txBody>
      </p:sp>
      <p:sp>
        <p:nvSpPr>
          <p:cNvPr id="9" name="Slide Number Placeholder 5"/>
          <p:cNvSpPr>
            <a:spLocks noGrp="1"/>
          </p:cNvSpPr>
          <p:nvPr>
            <p:ph type="sldNum" sz="quarter" idx="12"/>
          </p:nvPr>
        </p:nvSpPr>
        <p:spPr>
          <a:xfrm>
            <a:off x="10165080" y="6356350"/>
            <a:ext cx="1188720" cy="365125"/>
          </a:xfrm>
          <a:prstGeom prst="rect">
            <a:avLst/>
          </a:prstGeom>
        </p:spPr>
        <p:txBody>
          <a:bodyPr/>
          <a:lstStyle>
            <a:lvl1pPr algn="r">
              <a:defRPr sz="1400" spc="0">
                <a:solidFill>
                  <a:schemeClr val="bg2">
                    <a:lumMod val="50000"/>
                  </a:schemeClr>
                </a:solidFill>
                <a:latin typeface="+mj-lt"/>
              </a:defRPr>
            </a:lvl1pPr>
          </a:lstStyle>
          <a:p>
            <a:pPr>
              <a:defRPr/>
            </a:pPr>
            <a:fld id="{92A4DE5B-D266-47DA-B86B-5B95BCF9A6FB}"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202576479"/>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9788" y="1618488"/>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4" name="Content Placeholder 3"/>
          <p:cNvSpPr>
            <a:spLocks noGrp="1"/>
          </p:cNvSpPr>
          <p:nvPr>
            <p:ph sz="half" idx="2"/>
          </p:nvPr>
        </p:nvSpPr>
        <p:spPr>
          <a:xfrm>
            <a:off x="839788" y="2609087"/>
            <a:ext cx="5157787" cy="3580576"/>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s-BO" noProof="0" dirty="0"/>
          </a:p>
        </p:txBody>
      </p:sp>
      <p:sp>
        <p:nvSpPr>
          <p:cNvPr id="5" name="Text Placeholder 4"/>
          <p:cNvSpPr>
            <a:spLocks noGrp="1"/>
          </p:cNvSpPr>
          <p:nvPr>
            <p:ph type="body" sz="quarter" idx="3"/>
          </p:nvPr>
        </p:nvSpPr>
        <p:spPr>
          <a:xfrm>
            <a:off x="6172200" y="1618488"/>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6" name="Content Placeholder 5"/>
          <p:cNvSpPr>
            <a:spLocks noGrp="1"/>
          </p:cNvSpPr>
          <p:nvPr>
            <p:ph sz="quarter" idx="4"/>
          </p:nvPr>
        </p:nvSpPr>
        <p:spPr>
          <a:xfrm>
            <a:off x="6172200" y="2609087"/>
            <a:ext cx="5183188" cy="3580576"/>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s-BO" noProof="0" dirty="0"/>
          </a:p>
        </p:txBody>
      </p:sp>
      <p:sp>
        <p:nvSpPr>
          <p:cNvPr id="10" name="Date Placeholder 3"/>
          <p:cNvSpPr>
            <a:spLocks noGrp="1"/>
          </p:cNvSpPr>
          <p:nvPr>
            <p:ph type="dt" sz="half" idx="10"/>
          </p:nvPr>
        </p:nvSpPr>
        <p:spPr>
          <a:xfrm>
            <a:off x="838200" y="6356350"/>
            <a:ext cx="1188720" cy="365125"/>
          </a:xfrm>
          <a:prstGeom prst="rect">
            <a:avLst/>
          </a:prstGeom>
        </p:spPr>
        <p:txBody>
          <a:bodyPr/>
          <a:lstStyle>
            <a:lvl1pPr>
              <a:defRPr sz="1400" spc="0">
                <a:solidFill>
                  <a:schemeClr val="bg2">
                    <a:lumMod val="50000"/>
                  </a:schemeClr>
                </a:solidFill>
                <a:latin typeface="+mj-lt"/>
              </a:defRPr>
            </a:lvl1pPr>
          </a:lstStyle>
          <a:p>
            <a:pPr>
              <a:defRPr/>
            </a:pPr>
            <a:r>
              <a:rPr lang="sv-SE" smtClean="0">
                <a:solidFill>
                  <a:prstClr val="black">
                    <a:tint val="75000"/>
                  </a:prstClr>
                </a:solidFill>
              </a:rPr>
              <a:t>04/2019</a:t>
            </a:r>
            <a:endParaRPr lang="en-US">
              <a:solidFill>
                <a:prstClr val="black">
                  <a:tint val="75000"/>
                </a:prstClr>
              </a:solidFill>
            </a:endParaRPr>
          </a:p>
        </p:txBody>
      </p:sp>
      <p:sp>
        <p:nvSpPr>
          <p:cNvPr id="12" name="Footer Placeholder 4"/>
          <p:cNvSpPr>
            <a:spLocks noGrp="1"/>
          </p:cNvSpPr>
          <p:nvPr>
            <p:ph type="ftr" sz="quarter" idx="11"/>
          </p:nvPr>
        </p:nvSpPr>
        <p:spPr>
          <a:xfrm>
            <a:off x="2525268" y="6356349"/>
            <a:ext cx="7141464" cy="365125"/>
          </a:xfrm>
          <a:prstGeom prst="rect">
            <a:avLst/>
          </a:prstGeom>
        </p:spPr>
        <p:txBody>
          <a:bodyPr/>
          <a:lstStyle>
            <a:lvl1pPr algn="ctr">
              <a:defRPr sz="1400" spc="0">
                <a:solidFill>
                  <a:schemeClr val="bg2">
                    <a:lumMod val="50000"/>
                  </a:schemeClr>
                </a:solidFill>
                <a:latin typeface="+mj-lt"/>
              </a:defRPr>
            </a:lvl1pPr>
          </a:lstStyle>
          <a:p>
            <a:pPr>
              <a:defRPr/>
            </a:pPr>
            <a:r>
              <a:rPr lang="en-US">
                <a:solidFill>
                  <a:prstClr val="black">
                    <a:tint val="75000"/>
                  </a:prstClr>
                </a:solidFill>
              </a:rPr>
              <a:t>Energy Modelling Platform for Africa - 14-29 January 2019 University of Cape Town (South Africa)</a:t>
            </a:r>
          </a:p>
        </p:txBody>
      </p:sp>
      <p:sp>
        <p:nvSpPr>
          <p:cNvPr id="14" name="Title Placeholder 1"/>
          <p:cNvSpPr>
            <a:spLocks noGrp="1"/>
          </p:cNvSpPr>
          <p:nvPr>
            <p:ph type="title"/>
          </p:nvPr>
        </p:nvSpPr>
        <p:spPr>
          <a:xfrm>
            <a:off x="2132456" y="364808"/>
            <a:ext cx="9221344" cy="1097280"/>
          </a:xfrm>
          <a:prstGeom prst="rect">
            <a:avLst/>
          </a:prstGeom>
        </p:spPr>
        <p:txBody>
          <a:bodyPr vert="horz" lIns="91440" tIns="45720" rIns="91440" bIns="45720" rtlCol="0" anchor="ctr">
            <a:normAutofit/>
          </a:bodyPr>
          <a:lstStyle/>
          <a:p>
            <a:r>
              <a:rPr lang="en-US" noProof="0" dirty="0"/>
              <a:t>Click to edit Master title style</a:t>
            </a:r>
            <a:endParaRPr lang="es-BO" noProof="0" dirty="0"/>
          </a:p>
        </p:txBody>
      </p:sp>
      <p:sp>
        <p:nvSpPr>
          <p:cNvPr id="11" name="Slide Number Placeholder 5"/>
          <p:cNvSpPr>
            <a:spLocks noGrp="1"/>
          </p:cNvSpPr>
          <p:nvPr>
            <p:ph type="sldNum" sz="quarter" idx="12"/>
          </p:nvPr>
        </p:nvSpPr>
        <p:spPr>
          <a:xfrm>
            <a:off x="10165080" y="6356350"/>
            <a:ext cx="1188720" cy="365125"/>
          </a:xfrm>
          <a:prstGeom prst="rect">
            <a:avLst/>
          </a:prstGeom>
        </p:spPr>
        <p:txBody>
          <a:bodyPr/>
          <a:lstStyle>
            <a:lvl1pPr algn="r">
              <a:defRPr sz="1400" spc="0">
                <a:solidFill>
                  <a:schemeClr val="bg2">
                    <a:lumMod val="50000"/>
                  </a:schemeClr>
                </a:solidFill>
                <a:latin typeface="+mj-lt"/>
              </a:defRPr>
            </a:lvl1pPr>
          </a:lstStyle>
          <a:p>
            <a:pPr>
              <a:defRPr/>
            </a:pPr>
            <a:fld id="{92A4DE5B-D266-47DA-B86B-5B95BCF9A6FB}"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879393229"/>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Date Placeholder 3"/>
          <p:cNvSpPr>
            <a:spLocks noGrp="1"/>
          </p:cNvSpPr>
          <p:nvPr>
            <p:ph type="dt" sz="half" idx="10"/>
          </p:nvPr>
        </p:nvSpPr>
        <p:spPr>
          <a:xfrm>
            <a:off x="838200" y="6356350"/>
            <a:ext cx="1188720" cy="365125"/>
          </a:xfrm>
          <a:prstGeom prst="rect">
            <a:avLst/>
          </a:prstGeom>
        </p:spPr>
        <p:txBody>
          <a:bodyPr/>
          <a:lstStyle>
            <a:lvl1pPr>
              <a:defRPr sz="1400" spc="0">
                <a:solidFill>
                  <a:schemeClr val="bg2">
                    <a:lumMod val="50000"/>
                  </a:schemeClr>
                </a:solidFill>
                <a:latin typeface="+mj-lt"/>
              </a:defRPr>
            </a:lvl1pPr>
          </a:lstStyle>
          <a:p>
            <a:pPr>
              <a:defRPr/>
            </a:pPr>
            <a:r>
              <a:rPr lang="sv-SE" smtClean="0">
                <a:solidFill>
                  <a:prstClr val="black">
                    <a:tint val="75000"/>
                  </a:prstClr>
                </a:solidFill>
              </a:rPr>
              <a:t>04/2019</a:t>
            </a:r>
            <a:endParaRPr lang="en-US">
              <a:solidFill>
                <a:prstClr val="black">
                  <a:tint val="75000"/>
                </a:prstClr>
              </a:solidFill>
            </a:endParaRPr>
          </a:p>
        </p:txBody>
      </p:sp>
      <p:sp>
        <p:nvSpPr>
          <p:cNvPr id="7" name="Footer Placeholder 4"/>
          <p:cNvSpPr>
            <a:spLocks noGrp="1"/>
          </p:cNvSpPr>
          <p:nvPr>
            <p:ph type="ftr" sz="quarter" idx="11"/>
          </p:nvPr>
        </p:nvSpPr>
        <p:spPr>
          <a:xfrm>
            <a:off x="2525268" y="6356349"/>
            <a:ext cx="7141464" cy="365125"/>
          </a:xfrm>
          <a:prstGeom prst="rect">
            <a:avLst/>
          </a:prstGeom>
        </p:spPr>
        <p:txBody>
          <a:bodyPr/>
          <a:lstStyle>
            <a:lvl1pPr algn="ctr">
              <a:defRPr sz="1400" spc="0">
                <a:solidFill>
                  <a:schemeClr val="bg2">
                    <a:lumMod val="50000"/>
                  </a:schemeClr>
                </a:solidFill>
                <a:latin typeface="+mj-lt"/>
              </a:defRPr>
            </a:lvl1pPr>
          </a:lstStyle>
          <a:p>
            <a:pPr>
              <a:defRPr/>
            </a:pPr>
            <a:r>
              <a:rPr lang="en-US">
                <a:solidFill>
                  <a:prstClr val="black">
                    <a:tint val="75000"/>
                  </a:prstClr>
                </a:solidFill>
              </a:rPr>
              <a:t>Energy Modelling Platform for Africa - 14-29 January 2019 University of Cape Town (South Africa)</a:t>
            </a:r>
          </a:p>
        </p:txBody>
      </p:sp>
      <p:sp>
        <p:nvSpPr>
          <p:cNvPr id="9" name="Title Placeholder 1"/>
          <p:cNvSpPr>
            <a:spLocks noGrp="1"/>
          </p:cNvSpPr>
          <p:nvPr>
            <p:ph type="title"/>
          </p:nvPr>
        </p:nvSpPr>
        <p:spPr>
          <a:xfrm>
            <a:off x="2132456" y="364808"/>
            <a:ext cx="9221344" cy="1097280"/>
          </a:xfrm>
          <a:prstGeom prst="rect">
            <a:avLst/>
          </a:prstGeom>
        </p:spPr>
        <p:txBody>
          <a:bodyPr vert="horz" lIns="91440" tIns="45720" rIns="91440" bIns="45720" rtlCol="0" anchor="ctr">
            <a:normAutofit/>
          </a:bodyPr>
          <a:lstStyle/>
          <a:p>
            <a:r>
              <a:rPr lang="en-US" noProof="0" dirty="0"/>
              <a:t>Click to edit Master title style</a:t>
            </a:r>
            <a:endParaRPr lang="es-BO" noProof="0" dirty="0"/>
          </a:p>
        </p:txBody>
      </p:sp>
      <p:sp>
        <p:nvSpPr>
          <p:cNvPr id="10" name="Slide Number Placeholder 5"/>
          <p:cNvSpPr>
            <a:spLocks noGrp="1"/>
          </p:cNvSpPr>
          <p:nvPr>
            <p:ph type="sldNum" sz="quarter" idx="12"/>
          </p:nvPr>
        </p:nvSpPr>
        <p:spPr>
          <a:xfrm>
            <a:off x="10165080" y="6356350"/>
            <a:ext cx="1188720" cy="365125"/>
          </a:xfrm>
          <a:prstGeom prst="rect">
            <a:avLst/>
          </a:prstGeom>
        </p:spPr>
        <p:txBody>
          <a:bodyPr/>
          <a:lstStyle>
            <a:lvl1pPr algn="r">
              <a:defRPr sz="1400" spc="0">
                <a:solidFill>
                  <a:schemeClr val="bg2">
                    <a:lumMod val="50000"/>
                  </a:schemeClr>
                </a:solidFill>
                <a:latin typeface="+mj-lt"/>
              </a:defRPr>
            </a:lvl1pPr>
          </a:lstStyle>
          <a:p>
            <a:pPr>
              <a:defRPr/>
            </a:pPr>
            <a:fld id="{92A4DE5B-D266-47DA-B86B-5B95BCF9A6FB}"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989997926"/>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3"/>
          <p:cNvSpPr>
            <a:spLocks noGrp="1"/>
          </p:cNvSpPr>
          <p:nvPr>
            <p:ph type="dt" sz="half" idx="10"/>
          </p:nvPr>
        </p:nvSpPr>
        <p:spPr>
          <a:xfrm>
            <a:off x="838200" y="6356350"/>
            <a:ext cx="1188720" cy="365125"/>
          </a:xfrm>
          <a:prstGeom prst="rect">
            <a:avLst/>
          </a:prstGeom>
        </p:spPr>
        <p:txBody>
          <a:bodyPr/>
          <a:lstStyle>
            <a:lvl1pPr>
              <a:defRPr sz="1400" spc="0">
                <a:solidFill>
                  <a:schemeClr val="bg2">
                    <a:lumMod val="50000"/>
                  </a:schemeClr>
                </a:solidFill>
                <a:latin typeface="+mj-lt"/>
              </a:defRPr>
            </a:lvl1pPr>
          </a:lstStyle>
          <a:p>
            <a:pPr>
              <a:defRPr/>
            </a:pPr>
            <a:r>
              <a:rPr lang="sv-SE" smtClean="0">
                <a:solidFill>
                  <a:prstClr val="black">
                    <a:tint val="75000"/>
                  </a:prstClr>
                </a:solidFill>
              </a:rPr>
              <a:t>04/2019</a:t>
            </a:r>
            <a:endParaRPr lang="en-US">
              <a:solidFill>
                <a:prstClr val="black">
                  <a:tint val="75000"/>
                </a:prstClr>
              </a:solidFill>
            </a:endParaRPr>
          </a:p>
        </p:txBody>
      </p:sp>
      <p:sp>
        <p:nvSpPr>
          <p:cNvPr id="6" name="Footer Placeholder 4"/>
          <p:cNvSpPr>
            <a:spLocks noGrp="1"/>
          </p:cNvSpPr>
          <p:nvPr>
            <p:ph type="ftr" sz="quarter" idx="11"/>
          </p:nvPr>
        </p:nvSpPr>
        <p:spPr>
          <a:xfrm>
            <a:off x="2525268" y="6356349"/>
            <a:ext cx="7141464" cy="365125"/>
          </a:xfrm>
          <a:prstGeom prst="rect">
            <a:avLst/>
          </a:prstGeom>
        </p:spPr>
        <p:txBody>
          <a:bodyPr/>
          <a:lstStyle>
            <a:lvl1pPr algn="ctr">
              <a:defRPr sz="1400" spc="0">
                <a:solidFill>
                  <a:schemeClr val="bg2">
                    <a:lumMod val="50000"/>
                  </a:schemeClr>
                </a:solidFill>
                <a:latin typeface="+mj-lt"/>
              </a:defRPr>
            </a:lvl1pPr>
          </a:lstStyle>
          <a:p>
            <a:pPr>
              <a:defRPr/>
            </a:pPr>
            <a:r>
              <a:rPr lang="en-US">
                <a:solidFill>
                  <a:prstClr val="black">
                    <a:tint val="75000"/>
                  </a:prstClr>
                </a:solidFill>
              </a:rPr>
              <a:t>Energy Modelling Platform for Africa - 14-29 January 2019 University of Cape Town (South Africa)</a:t>
            </a:r>
          </a:p>
        </p:txBody>
      </p:sp>
      <p:sp>
        <p:nvSpPr>
          <p:cNvPr id="8" name="Slide Number Placeholder 5"/>
          <p:cNvSpPr>
            <a:spLocks noGrp="1"/>
          </p:cNvSpPr>
          <p:nvPr>
            <p:ph type="sldNum" sz="quarter" idx="12"/>
          </p:nvPr>
        </p:nvSpPr>
        <p:spPr>
          <a:xfrm>
            <a:off x="10165080" y="6356350"/>
            <a:ext cx="1188720" cy="365125"/>
          </a:xfrm>
          <a:prstGeom prst="rect">
            <a:avLst/>
          </a:prstGeom>
        </p:spPr>
        <p:txBody>
          <a:bodyPr/>
          <a:lstStyle>
            <a:lvl1pPr algn="r">
              <a:defRPr sz="1400" spc="0">
                <a:solidFill>
                  <a:schemeClr val="bg2">
                    <a:lumMod val="50000"/>
                  </a:schemeClr>
                </a:solidFill>
                <a:latin typeface="+mj-lt"/>
              </a:defRPr>
            </a:lvl1pPr>
          </a:lstStyle>
          <a:p>
            <a:pPr>
              <a:defRPr/>
            </a:pPr>
            <a:fld id="{92A4DE5B-D266-47DA-B86B-5B95BCF9A6FB}"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0836306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8200" y="1618488"/>
            <a:ext cx="3932237" cy="1424056"/>
          </a:xfrm>
          <a:prstGeom prst="rect">
            <a:avLst/>
          </a:prstGeom>
        </p:spPr>
        <p:txBody>
          <a:bodyPr anchor="b"/>
          <a:lstStyle>
            <a:lvl1pPr>
              <a:defRPr sz="3200"/>
            </a:lvl1pPr>
          </a:lstStyle>
          <a:p>
            <a:r>
              <a:rPr lang="en-US" noProof="0"/>
              <a:t>Click to edit Master title style</a:t>
            </a:r>
            <a:endParaRPr lang="es-BO" noProof="0" dirty="0"/>
          </a:p>
        </p:txBody>
      </p:sp>
      <p:sp>
        <p:nvSpPr>
          <p:cNvPr id="3" name="Content Placeholder 2"/>
          <p:cNvSpPr>
            <a:spLocks noGrp="1"/>
          </p:cNvSpPr>
          <p:nvPr>
            <p:ph idx="1"/>
          </p:nvPr>
        </p:nvSpPr>
        <p:spPr>
          <a:xfrm>
            <a:off x="5183188" y="1618488"/>
            <a:ext cx="6172200" cy="451561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s-BO" noProof="0" dirty="0"/>
          </a:p>
        </p:txBody>
      </p:sp>
      <p:sp>
        <p:nvSpPr>
          <p:cNvPr id="4" name="Text Placeholder 3"/>
          <p:cNvSpPr>
            <a:spLocks noGrp="1"/>
          </p:cNvSpPr>
          <p:nvPr>
            <p:ph type="body" sz="half" idx="2"/>
          </p:nvPr>
        </p:nvSpPr>
        <p:spPr>
          <a:xfrm>
            <a:off x="839788" y="3162300"/>
            <a:ext cx="3932237" cy="2971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8" name="Date Placeholder 3"/>
          <p:cNvSpPr>
            <a:spLocks noGrp="1"/>
          </p:cNvSpPr>
          <p:nvPr>
            <p:ph type="dt" sz="half" idx="10"/>
          </p:nvPr>
        </p:nvSpPr>
        <p:spPr>
          <a:xfrm>
            <a:off x="838200" y="6356350"/>
            <a:ext cx="1188720" cy="365125"/>
          </a:xfrm>
          <a:prstGeom prst="rect">
            <a:avLst/>
          </a:prstGeom>
        </p:spPr>
        <p:txBody>
          <a:bodyPr/>
          <a:lstStyle>
            <a:lvl1pPr>
              <a:defRPr sz="1400" spc="0">
                <a:solidFill>
                  <a:schemeClr val="bg2">
                    <a:lumMod val="50000"/>
                  </a:schemeClr>
                </a:solidFill>
                <a:latin typeface="+mj-lt"/>
              </a:defRPr>
            </a:lvl1pPr>
          </a:lstStyle>
          <a:p>
            <a:pPr>
              <a:defRPr/>
            </a:pPr>
            <a:r>
              <a:rPr lang="sv-SE" smtClean="0">
                <a:solidFill>
                  <a:prstClr val="black">
                    <a:tint val="75000"/>
                  </a:prstClr>
                </a:solidFill>
              </a:rPr>
              <a:t>04/2019</a:t>
            </a:r>
            <a:endParaRPr lang="en-US">
              <a:solidFill>
                <a:prstClr val="black">
                  <a:tint val="75000"/>
                </a:prstClr>
              </a:solidFill>
            </a:endParaRPr>
          </a:p>
        </p:txBody>
      </p:sp>
      <p:sp>
        <p:nvSpPr>
          <p:cNvPr id="9" name="Footer Placeholder 4"/>
          <p:cNvSpPr>
            <a:spLocks noGrp="1"/>
          </p:cNvSpPr>
          <p:nvPr>
            <p:ph type="ftr" sz="quarter" idx="11"/>
          </p:nvPr>
        </p:nvSpPr>
        <p:spPr>
          <a:xfrm>
            <a:off x="2525268" y="6356349"/>
            <a:ext cx="7141464" cy="365125"/>
          </a:xfrm>
          <a:prstGeom prst="rect">
            <a:avLst/>
          </a:prstGeom>
        </p:spPr>
        <p:txBody>
          <a:bodyPr/>
          <a:lstStyle>
            <a:lvl1pPr algn="ctr">
              <a:defRPr sz="1400" spc="0">
                <a:solidFill>
                  <a:schemeClr val="bg2">
                    <a:lumMod val="50000"/>
                  </a:schemeClr>
                </a:solidFill>
                <a:latin typeface="+mj-lt"/>
              </a:defRPr>
            </a:lvl1pPr>
          </a:lstStyle>
          <a:p>
            <a:pPr>
              <a:defRPr/>
            </a:pPr>
            <a:r>
              <a:rPr lang="en-US">
                <a:solidFill>
                  <a:prstClr val="black">
                    <a:tint val="75000"/>
                  </a:prstClr>
                </a:solidFill>
              </a:rPr>
              <a:t>Energy Modelling Platform for Africa - 14-29 January 2019 University of Cape Town (South Africa)</a:t>
            </a:r>
          </a:p>
        </p:txBody>
      </p:sp>
      <p:sp>
        <p:nvSpPr>
          <p:cNvPr id="11" name="Slide Number Placeholder 5"/>
          <p:cNvSpPr>
            <a:spLocks noGrp="1"/>
          </p:cNvSpPr>
          <p:nvPr>
            <p:ph type="sldNum" sz="quarter" idx="12"/>
          </p:nvPr>
        </p:nvSpPr>
        <p:spPr>
          <a:xfrm>
            <a:off x="10165080" y="6356350"/>
            <a:ext cx="1188720" cy="365125"/>
          </a:xfrm>
          <a:prstGeom prst="rect">
            <a:avLst/>
          </a:prstGeom>
        </p:spPr>
        <p:txBody>
          <a:bodyPr/>
          <a:lstStyle>
            <a:lvl1pPr algn="r">
              <a:defRPr sz="1400" spc="0">
                <a:solidFill>
                  <a:schemeClr val="bg2">
                    <a:lumMod val="50000"/>
                  </a:schemeClr>
                </a:solidFill>
                <a:latin typeface="+mj-lt"/>
              </a:defRPr>
            </a:lvl1pPr>
          </a:lstStyle>
          <a:p>
            <a:pPr>
              <a:defRPr/>
            </a:pPr>
            <a:fld id="{92A4DE5B-D266-47DA-B86B-5B95BCF9A6FB}"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713171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8200" y="1618488"/>
            <a:ext cx="3932237" cy="1426464"/>
          </a:xfrm>
          <a:prstGeom prst="rect">
            <a:avLst/>
          </a:prstGeom>
        </p:spPr>
        <p:txBody>
          <a:bodyPr anchor="b"/>
          <a:lstStyle>
            <a:lvl1pPr>
              <a:defRPr sz="3200"/>
            </a:lvl1pPr>
          </a:lstStyle>
          <a:p>
            <a:r>
              <a:rPr lang="en-US" noProof="0"/>
              <a:t>Click to edit Master title style</a:t>
            </a:r>
            <a:endParaRPr lang="es-BO" noProof="0" dirty="0"/>
          </a:p>
        </p:txBody>
      </p:sp>
      <p:sp>
        <p:nvSpPr>
          <p:cNvPr id="3" name="Picture Placeholder 2"/>
          <p:cNvSpPr>
            <a:spLocks noGrp="1"/>
          </p:cNvSpPr>
          <p:nvPr>
            <p:ph type="pic" idx="1"/>
          </p:nvPr>
        </p:nvSpPr>
        <p:spPr>
          <a:xfrm>
            <a:off x="5183188" y="1618488"/>
            <a:ext cx="6172200" cy="45156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9" name="Text Placeholder 3"/>
          <p:cNvSpPr>
            <a:spLocks noGrp="1"/>
          </p:cNvSpPr>
          <p:nvPr>
            <p:ph type="body" sz="half" idx="2"/>
          </p:nvPr>
        </p:nvSpPr>
        <p:spPr>
          <a:xfrm>
            <a:off x="839788" y="3162300"/>
            <a:ext cx="3932237" cy="2971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8" name="Date Placeholder 3"/>
          <p:cNvSpPr>
            <a:spLocks noGrp="1"/>
          </p:cNvSpPr>
          <p:nvPr>
            <p:ph type="dt" sz="half" idx="10"/>
          </p:nvPr>
        </p:nvSpPr>
        <p:spPr>
          <a:xfrm>
            <a:off x="838200" y="6356350"/>
            <a:ext cx="1188720" cy="365125"/>
          </a:xfrm>
          <a:prstGeom prst="rect">
            <a:avLst/>
          </a:prstGeom>
        </p:spPr>
        <p:txBody>
          <a:bodyPr/>
          <a:lstStyle>
            <a:lvl1pPr>
              <a:defRPr sz="1400" spc="0">
                <a:solidFill>
                  <a:schemeClr val="bg2">
                    <a:lumMod val="50000"/>
                  </a:schemeClr>
                </a:solidFill>
                <a:latin typeface="+mj-lt"/>
              </a:defRPr>
            </a:lvl1pPr>
          </a:lstStyle>
          <a:p>
            <a:pPr>
              <a:defRPr/>
            </a:pPr>
            <a:r>
              <a:rPr lang="sv-SE" smtClean="0">
                <a:solidFill>
                  <a:prstClr val="black">
                    <a:tint val="75000"/>
                  </a:prstClr>
                </a:solidFill>
              </a:rPr>
              <a:t>04/2019</a:t>
            </a:r>
            <a:endParaRPr lang="en-US">
              <a:solidFill>
                <a:prstClr val="black">
                  <a:tint val="75000"/>
                </a:prstClr>
              </a:solidFill>
            </a:endParaRPr>
          </a:p>
        </p:txBody>
      </p:sp>
      <p:sp>
        <p:nvSpPr>
          <p:cNvPr id="10" name="Footer Placeholder 4"/>
          <p:cNvSpPr>
            <a:spLocks noGrp="1"/>
          </p:cNvSpPr>
          <p:nvPr>
            <p:ph type="ftr" sz="quarter" idx="11"/>
          </p:nvPr>
        </p:nvSpPr>
        <p:spPr>
          <a:xfrm>
            <a:off x="2525268" y="6356349"/>
            <a:ext cx="7141464" cy="365125"/>
          </a:xfrm>
          <a:prstGeom prst="rect">
            <a:avLst/>
          </a:prstGeom>
        </p:spPr>
        <p:txBody>
          <a:bodyPr/>
          <a:lstStyle>
            <a:lvl1pPr algn="ctr">
              <a:defRPr sz="1400" spc="0">
                <a:solidFill>
                  <a:schemeClr val="bg2">
                    <a:lumMod val="50000"/>
                  </a:schemeClr>
                </a:solidFill>
                <a:latin typeface="+mj-lt"/>
              </a:defRPr>
            </a:lvl1pPr>
          </a:lstStyle>
          <a:p>
            <a:pPr>
              <a:defRPr/>
            </a:pPr>
            <a:r>
              <a:rPr lang="en-US">
                <a:solidFill>
                  <a:prstClr val="black">
                    <a:tint val="75000"/>
                  </a:prstClr>
                </a:solidFill>
              </a:rPr>
              <a:t>Energy Modelling Platform for Africa - 14-29 January 2019 University of Cape Town (South Africa)</a:t>
            </a:r>
          </a:p>
        </p:txBody>
      </p:sp>
      <p:sp>
        <p:nvSpPr>
          <p:cNvPr id="12" name="Slide Number Placeholder 5"/>
          <p:cNvSpPr>
            <a:spLocks noGrp="1"/>
          </p:cNvSpPr>
          <p:nvPr>
            <p:ph type="sldNum" sz="quarter" idx="12"/>
          </p:nvPr>
        </p:nvSpPr>
        <p:spPr>
          <a:xfrm>
            <a:off x="10165080" y="6356350"/>
            <a:ext cx="1188720" cy="365125"/>
          </a:xfrm>
          <a:prstGeom prst="rect">
            <a:avLst/>
          </a:prstGeom>
        </p:spPr>
        <p:txBody>
          <a:bodyPr/>
          <a:lstStyle>
            <a:lvl1pPr algn="r">
              <a:defRPr sz="1400" spc="0">
                <a:solidFill>
                  <a:schemeClr val="bg2">
                    <a:lumMod val="50000"/>
                  </a:schemeClr>
                </a:solidFill>
                <a:latin typeface="+mj-lt"/>
              </a:defRPr>
            </a:lvl1pPr>
          </a:lstStyle>
          <a:p>
            <a:pPr>
              <a:defRPr/>
            </a:pPr>
            <a:fld id="{92A4DE5B-D266-47DA-B86B-5B95BCF9A6FB}"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2465314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s-BO" noProof="0" dirty="0"/>
          </a:p>
        </p:txBody>
      </p:sp>
      <p:sp>
        <p:nvSpPr>
          <p:cNvPr id="7" name="Date Placeholder 3"/>
          <p:cNvSpPr>
            <a:spLocks noGrp="1"/>
          </p:cNvSpPr>
          <p:nvPr>
            <p:ph type="dt" sz="half" idx="10"/>
          </p:nvPr>
        </p:nvSpPr>
        <p:spPr>
          <a:xfrm>
            <a:off x="838200" y="6356350"/>
            <a:ext cx="1188720" cy="365125"/>
          </a:xfrm>
          <a:prstGeom prst="rect">
            <a:avLst/>
          </a:prstGeom>
        </p:spPr>
        <p:txBody>
          <a:bodyPr/>
          <a:lstStyle>
            <a:lvl1pPr>
              <a:defRPr sz="1400" spc="0">
                <a:solidFill>
                  <a:schemeClr val="bg2">
                    <a:lumMod val="50000"/>
                  </a:schemeClr>
                </a:solidFill>
                <a:latin typeface="+mj-lt"/>
              </a:defRPr>
            </a:lvl1pPr>
          </a:lstStyle>
          <a:p>
            <a:pPr>
              <a:defRPr/>
            </a:pPr>
            <a:r>
              <a:rPr lang="sv-SE" smtClean="0">
                <a:solidFill>
                  <a:prstClr val="black">
                    <a:tint val="75000"/>
                  </a:prstClr>
                </a:solidFill>
              </a:rPr>
              <a:t>04/2019</a:t>
            </a:r>
            <a:endParaRPr lang="en-US">
              <a:solidFill>
                <a:prstClr val="black">
                  <a:tint val="75000"/>
                </a:prstClr>
              </a:solidFill>
            </a:endParaRPr>
          </a:p>
        </p:txBody>
      </p:sp>
      <p:sp>
        <p:nvSpPr>
          <p:cNvPr id="8" name="Footer Placeholder 4"/>
          <p:cNvSpPr>
            <a:spLocks noGrp="1"/>
          </p:cNvSpPr>
          <p:nvPr>
            <p:ph type="ftr" sz="quarter" idx="11"/>
          </p:nvPr>
        </p:nvSpPr>
        <p:spPr>
          <a:xfrm>
            <a:off x="2525268" y="6356349"/>
            <a:ext cx="7141464" cy="365125"/>
          </a:xfrm>
          <a:prstGeom prst="rect">
            <a:avLst/>
          </a:prstGeom>
        </p:spPr>
        <p:txBody>
          <a:bodyPr/>
          <a:lstStyle>
            <a:lvl1pPr algn="ctr">
              <a:defRPr sz="1400" spc="0">
                <a:solidFill>
                  <a:schemeClr val="bg2">
                    <a:lumMod val="50000"/>
                  </a:schemeClr>
                </a:solidFill>
                <a:latin typeface="+mj-lt"/>
              </a:defRPr>
            </a:lvl1pPr>
          </a:lstStyle>
          <a:p>
            <a:pPr>
              <a:defRPr/>
            </a:pPr>
            <a:r>
              <a:rPr lang="en-US">
                <a:solidFill>
                  <a:prstClr val="black">
                    <a:tint val="75000"/>
                  </a:prstClr>
                </a:solidFill>
              </a:rPr>
              <a:t>Energy Modelling Platform for Africa - 14-29 January 2019 University of Cape Town (South Africa)</a:t>
            </a:r>
          </a:p>
        </p:txBody>
      </p:sp>
      <p:sp>
        <p:nvSpPr>
          <p:cNvPr id="10" name="Title Placeholder 1"/>
          <p:cNvSpPr>
            <a:spLocks noGrp="1"/>
          </p:cNvSpPr>
          <p:nvPr>
            <p:ph type="title"/>
          </p:nvPr>
        </p:nvSpPr>
        <p:spPr>
          <a:xfrm>
            <a:off x="2132456" y="364808"/>
            <a:ext cx="9221344" cy="1097280"/>
          </a:xfrm>
          <a:prstGeom prst="rect">
            <a:avLst/>
          </a:prstGeom>
        </p:spPr>
        <p:txBody>
          <a:bodyPr vert="horz" lIns="91440" tIns="45720" rIns="91440" bIns="45720" rtlCol="0" anchor="ctr">
            <a:normAutofit/>
          </a:bodyPr>
          <a:lstStyle/>
          <a:p>
            <a:r>
              <a:rPr lang="en-US" noProof="0" dirty="0"/>
              <a:t>Click to edit Master title style</a:t>
            </a:r>
            <a:endParaRPr lang="es-BO" noProof="0" dirty="0"/>
          </a:p>
        </p:txBody>
      </p:sp>
      <p:sp>
        <p:nvSpPr>
          <p:cNvPr id="11" name="Slide Number Placeholder 5"/>
          <p:cNvSpPr>
            <a:spLocks noGrp="1"/>
          </p:cNvSpPr>
          <p:nvPr>
            <p:ph type="sldNum" sz="quarter" idx="12"/>
          </p:nvPr>
        </p:nvSpPr>
        <p:spPr>
          <a:xfrm>
            <a:off x="10165080" y="6356350"/>
            <a:ext cx="1188720" cy="365125"/>
          </a:xfrm>
          <a:prstGeom prst="rect">
            <a:avLst/>
          </a:prstGeom>
        </p:spPr>
        <p:txBody>
          <a:bodyPr/>
          <a:lstStyle>
            <a:lvl1pPr algn="r">
              <a:defRPr sz="1400" spc="0">
                <a:solidFill>
                  <a:schemeClr val="bg2">
                    <a:lumMod val="50000"/>
                  </a:schemeClr>
                </a:solidFill>
                <a:latin typeface="+mj-lt"/>
              </a:defRPr>
            </a:lvl1pPr>
          </a:lstStyle>
          <a:p>
            <a:pPr>
              <a:defRPr/>
            </a:pPr>
            <a:fld id="{92A4DE5B-D266-47DA-B86B-5B95BCF9A6FB}"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449214738"/>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FFFFFF"/>
            </a:gs>
            <a:gs pos="69000">
              <a:srgbClr val="FDFDFD"/>
            </a:gs>
            <a:gs pos="100000">
              <a:schemeClr val="bg2">
                <a:alpha val="50000"/>
              </a:schemeClr>
            </a:gs>
          </a:gsLst>
          <a:lin ang="18900000" scaled="1"/>
          <a:tileRect/>
        </a:gra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616149"/>
            <a:ext cx="10515600" cy="4550734"/>
          </a:xfrm>
          <a:prstGeom prst="rect">
            <a:avLst/>
          </a:prstGeom>
        </p:spPr>
        <p:txBody>
          <a:bodyPr vert="horz" lIns="91440" tIns="45720" rIns="91440" bIns="4572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s-BO" noProof="0" dirty="0"/>
          </a:p>
        </p:txBody>
      </p:sp>
      <p:cxnSp>
        <p:nvCxnSpPr>
          <p:cNvPr id="5" name="Straight Connector 4"/>
          <p:cNvCxnSpPr/>
          <p:nvPr/>
        </p:nvCxnSpPr>
        <p:spPr>
          <a:xfrm>
            <a:off x="838200" y="6323905"/>
            <a:ext cx="10515600" cy="0"/>
          </a:xfrm>
          <a:prstGeom prst="line">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6" name="Title Placeholder 1"/>
          <p:cNvSpPr>
            <a:spLocks noGrp="1"/>
          </p:cNvSpPr>
          <p:nvPr>
            <p:ph type="title"/>
          </p:nvPr>
        </p:nvSpPr>
        <p:spPr>
          <a:xfrm>
            <a:off x="2132456" y="364808"/>
            <a:ext cx="9221344" cy="1097280"/>
          </a:xfrm>
          <a:prstGeom prst="rect">
            <a:avLst/>
          </a:prstGeom>
        </p:spPr>
        <p:txBody>
          <a:bodyPr vert="horz" lIns="91440" tIns="45720" rIns="91440" bIns="45720" rtlCol="0" anchor="ctr">
            <a:normAutofit/>
          </a:bodyPr>
          <a:lstStyle/>
          <a:p>
            <a:r>
              <a:rPr lang="en-US" noProof="0" dirty="0"/>
              <a:t>Click to edit Master title style</a:t>
            </a:r>
            <a:endParaRPr lang="es-BO" noProof="0" dirty="0"/>
          </a:p>
        </p:txBody>
      </p:sp>
      <p:pic>
        <p:nvPicPr>
          <p:cNvPr id="7" name="Picture 6"/>
          <p:cNvPicPr>
            <a:picLocks noChangeAspect="1"/>
          </p:cNvPicPr>
          <p:nvPr userDrawn="1"/>
        </p:nvPicPr>
        <p:blipFill rotWithShape="1">
          <a:blip r:embed="rId15">
            <a:extLst>
              <a:ext uri="{28A0092B-C50C-407E-A947-70E740481C1C}">
                <a14:useLocalDpi xmlns:a14="http://schemas.microsoft.com/office/drawing/2010/main" val="0"/>
              </a:ext>
            </a:extLst>
          </a:blip>
          <a:srcRect l="6330" t="11650" r="6449" b="15113"/>
          <a:stretch/>
        </p:blipFill>
        <p:spPr>
          <a:xfrm>
            <a:off x="906186" y="1041144"/>
            <a:ext cx="1158284" cy="349850"/>
          </a:xfrm>
          <a:prstGeom prst="rect">
            <a:avLst/>
          </a:prstGeom>
        </p:spPr>
      </p:pic>
      <p:pic>
        <p:nvPicPr>
          <p:cNvPr id="9" name="Picture 8"/>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838200" y="456647"/>
            <a:ext cx="1294256" cy="510910"/>
          </a:xfrm>
          <a:prstGeom prst="rect">
            <a:avLst/>
          </a:prstGeom>
        </p:spPr>
      </p:pic>
      <p:pic>
        <p:nvPicPr>
          <p:cNvPr id="10" name="Picture 9"/>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10734628" y="364808"/>
            <a:ext cx="619172" cy="619172"/>
          </a:xfrm>
          <a:prstGeom prst="rect">
            <a:avLst/>
          </a:prstGeom>
        </p:spPr>
      </p:pic>
    </p:spTree>
    <p:extLst>
      <p:ext uri="{BB962C8B-B14F-4D97-AF65-F5344CB8AC3E}">
        <p14:creationId xmlns:p14="http://schemas.microsoft.com/office/powerpoint/2010/main" val="436756828"/>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ftr="0"/>
  <p:txStyles>
    <p:titleStyle>
      <a:lvl1pPr algn="l" defTabSz="914400" rtl="0" eaLnBrk="1" latinLnBrk="0" hangingPunct="1">
        <a:lnSpc>
          <a:spcPct val="90000"/>
        </a:lnSpc>
        <a:spcBef>
          <a:spcPct val="0"/>
        </a:spcBef>
        <a:buNone/>
        <a:defRPr sz="3600" kern="1200" spc="-15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spc="-15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spc="-15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15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15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15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5.png"/><Relationship Id="rId4"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p:txBody>
          <a:bodyPr/>
          <a:lstStyle/>
          <a:p>
            <a:pPr marL="457200" indent="-457200">
              <a:buFont typeface="Arial" panose="020B0604020202020204" pitchFamily="34" charset="0"/>
              <a:buChar char="•"/>
            </a:pPr>
            <a:r>
              <a:rPr lang="en-GB" dirty="0" smtClean="0"/>
              <a:t>Water resources – especially freshwater – are of high value almost every where on the world</a:t>
            </a:r>
          </a:p>
          <a:p>
            <a:pPr marL="457200" indent="-457200">
              <a:buFont typeface="Arial" panose="020B0604020202020204" pitchFamily="34" charset="0"/>
              <a:buChar char="•"/>
            </a:pPr>
            <a:r>
              <a:rPr lang="en-GB" dirty="0" err="1" smtClean="0"/>
              <a:t>OSeMOSYS</a:t>
            </a:r>
            <a:r>
              <a:rPr lang="en-GB" dirty="0" smtClean="0"/>
              <a:t> allows a detailed consideration of water use for electricity generation, but also for other uses</a:t>
            </a:r>
          </a:p>
          <a:p>
            <a:pPr marL="457200" indent="-457200">
              <a:buFont typeface="Arial" panose="020B0604020202020204" pitchFamily="34" charset="0"/>
              <a:buChar char="•"/>
            </a:pPr>
            <a:r>
              <a:rPr lang="en-GB" dirty="0" smtClean="0"/>
              <a:t>Detailed data is crucial to analyse the energy water nexus appropriately </a:t>
            </a:r>
            <a:endParaRPr lang="sv-SE" dirty="0"/>
          </a:p>
        </p:txBody>
      </p:sp>
      <p:sp>
        <p:nvSpPr>
          <p:cNvPr id="4" name="Date Placeholder 3"/>
          <p:cNvSpPr>
            <a:spLocks noGrp="1"/>
          </p:cNvSpPr>
          <p:nvPr>
            <p:ph type="dt" sz="half" idx="10"/>
          </p:nvPr>
        </p:nvSpPr>
        <p:spPr/>
        <p:txBody>
          <a:bodyPr/>
          <a:lstStyle/>
          <a:p>
            <a:pPr>
              <a:defRPr/>
            </a:pPr>
            <a:r>
              <a:rPr lang="sv-SE" smtClean="0">
                <a:solidFill>
                  <a:prstClr val="black">
                    <a:tint val="75000"/>
                  </a:prstClr>
                </a:solidFill>
              </a:rPr>
              <a:t>04/2019</a:t>
            </a:r>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pPr>
              <a:defRPr/>
            </a:pPr>
            <a:fld id="{92A4DE5B-D266-47DA-B86B-5B95BCF9A6FB}" type="slidenum">
              <a:rPr lang="en-US" smtClean="0">
                <a:solidFill>
                  <a:prstClr val="black">
                    <a:tint val="75000"/>
                  </a:prstClr>
                </a:solidFill>
              </a:rPr>
              <a:pPr>
                <a:defRPr/>
              </a:pPr>
              <a:t>1</a:t>
            </a:fld>
            <a:endParaRPr lang="en-US">
              <a:solidFill>
                <a:prstClr val="black">
                  <a:tint val="75000"/>
                </a:prstClr>
              </a:solidFill>
            </a:endParaRPr>
          </a:p>
        </p:txBody>
      </p:sp>
      <p:sp>
        <p:nvSpPr>
          <p:cNvPr id="8" name="Title 7"/>
          <p:cNvSpPr>
            <a:spLocks noGrp="1"/>
          </p:cNvSpPr>
          <p:nvPr>
            <p:ph type="title"/>
          </p:nvPr>
        </p:nvSpPr>
        <p:spPr/>
        <p:txBody>
          <a:bodyPr/>
          <a:lstStyle/>
          <a:p>
            <a:r>
              <a:rPr lang="en-GB" dirty="0"/>
              <a:t>Key takeaway </a:t>
            </a:r>
            <a:r>
              <a:rPr lang="en-GB" dirty="0" smtClean="0"/>
              <a:t>messages</a:t>
            </a:r>
            <a:endParaRPr lang="sv-SE" dirty="0"/>
          </a:p>
        </p:txBody>
      </p:sp>
      <p:pic>
        <p:nvPicPr>
          <p:cNvPr id="2" name="Audio 1">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430000" y="6096000"/>
            <a:ext cx="609600" cy="609600"/>
          </a:xfrm>
          <a:prstGeom prst="rect">
            <a:avLst/>
          </a:prstGeom>
        </p:spPr>
      </p:pic>
    </p:spTree>
    <p:extLst>
      <p:ext uri="{BB962C8B-B14F-4D97-AF65-F5344CB8AC3E}">
        <p14:creationId xmlns:p14="http://schemas.microsoft.com/office/powerpoint/2010/main" val="3909257982"/>
      </p:ext>
    </p:extLst>
  </p:cSld>
  <p:clrMapOvr>
    <a:masterClrMapping/>
  </p:clrMapOvr>
  <mc:AlternateContent xmlns:mc="http://schemas.openxmlformats.org/markup-compatibility/2006" xmlns:p14="http://schemas.microsoft.com/office/powerpoint/2010/main">
    <mc:Choice Requires="p14">
      <p:transition spd="med" p14:dur="700" advTm="37923">
        <p:fade/>
      </p:transition>
    </mc:Choice>
    <mc:Fallback xmlns="">
      <p:transition spd="med" advTm="37923">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theme/theme1.xml><?xml version="1.0" encoding="utf-8"?>
<a:theme xmlns:a="http://schemas.openxmlformats.org/drawingml/2006/main" name="KTH-OpTIMUS-DFID">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2">
      <a:majorFont>
        <a:latin typeface="Calibri Light"/>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0" rIns="91440" bIns="0" rtlCol="0" anchor="t">
        <a:normAutofit fontScale="92500" lnSpcReduction="10000"/>
      </a:bodyPr>
      <a:lstStyle>
        <a:defPPr marL="457200" indent="0">
          <a:defRPr sz="3000" b="1" spc="-150" dirty="0" smtClean="0">
            <a:solidFill>
              <a:schemeClr val="bg2">
                <a:lumMod val="50000"/>
              </a:schemeClr>
            </a:solidFill>
            <a:latin typeface="+mn-lt"/>
          </a:defRPr>
        </a:defPPr>
      </a:lstStyle>
    </a:txDef>
  </a:objectDefaults>
  <a:extraClrSchemeLst/>
  <a:extLst>
    <a:ext uri="{05A4C25C-085E-4340-85A3-A5531E510DB2}">
      <thm15:themeFamily xmlns:thm15="http://schemas.microsoft.com/office/thememl/2012/main" name="KTH-OpTIMUS-DFID" id="{5B0E6882-3D47-487F-9878-64227690030B}" vid="{2A92E980-5079-4447-B359-7EDBAAF2870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14203</TotalTime>
  <Words>127</Words>
  <Application>Microsoft Office PowerPoint</Application>
  <PresentationFormat>Widescreen</PresentationFormat>
  <Paragraphs>10</Paragraphs>
  <Slides>1</Slides>
  <Notes>1</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KTH-OpTIMUS-DFID</vt:lpstr>
      <vt:lpstr>Key takeaway messages</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Ioannis Pappis</dc:creator>
  <cp:lastModifiedBy>Francesco Gardumi</cp:lastModifiedBy>
  <cp:revision>364</cp:revision>
  <dcterms:created xsi:type="dcterms:W3CDTF">2017-06-07T13:22:49Z</dcterms:created>
  <dcterms:modified xsi:type="dcterms:W3CDTF">2020-04-03T11:37:41Z</dcterms:modified>
</cp:coreProperties>
</file>