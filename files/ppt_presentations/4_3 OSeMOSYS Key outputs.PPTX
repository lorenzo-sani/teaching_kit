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1"/>
    <p:sldMasterId id="2147483667" r:id="rId12"/>
  </p:sldMasterIdLst>
  <p:notesMasterIdLst>
    <p:notesMasterId r:id="rId15"/>
  </p:notesMasterIdLst>
  <p:handoutMasterIdLst>
    <p:handoutMasterId r:id="rId16"/>
  </p:handoutMasterIdLst>
  <p:sldIdLst>
    <p:sldId id="464" r:id="rId13"/>
    <p:sldId id="4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rancesco Gardumi" initials="FG" lastIdx="1" clrIdx="1">
    <p:extLst>
      <p:ext uri="{19B8F6BF-5375-455C-9EA6-DF929625EA0E}">
        <p15:presenceInfo xmlns:p15="http://schemas.microsoft.com/office/powerpoint/2012/main" userId="S-1-5-21-4270984560-2697355171-1338322823-6359" providerId="AD"/>
      </p:ext>
    </p:extLst>
  </p:cmAuthor>
  <p:cmAuthor id="3" name="Youssef Almulla" initials="YA" lastIdx="5" clrIdx="0">
    <p:extLst>
      <p:ext uri="{19B8F6BF-5375-455C-9EA6-DF929625EA0E}">
        <p15:presenceInfo xmlns:p15="http://schemas.microsoft.com/office/powerpoint/2012/main" userId="50222d39666882b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88" autoAdjust="0"/>
    <p:restoredTop sz="71253" autoAdjust="0"/>
  </p:normalViewPr>
  <p:slideViewPr>
    <p:cSldViewPr snapToGrid="0">
      <p:cViewPr varScale="1">
        <p:scale>
          <a:sx n="84" d="100"/>
          <a:sy n="84" d="100"/>
        </p:scale>
        <p:origin x="1292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1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customXml" Target="../customXml/item7.xml"/><Relationship Id="rId12" Type="http://schemas.openxmlformats.org/officeDocument/2006/relationships/slideMaster" Target="slideMasters/slideMaster2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Master" Target="slideMasters/slideMaster1.xml"/><Relationship Id="rId5" Type="http://schemas.openxmlformats.org/officeDocument/2006/relationships/customXml" Target="../customXml/item5.xml"/><Relationship Id="rId15" Type="http://schemas.openxmlformats.org/officeDocument/2006/relationships/notesMaster" Target="notesMasters/notesMaster1.xml"/><Relationship Id="rId10" Type="http://schemas.openxmlformats.org/officeDocument/2006/relationships/customXml" Target="../customXml/item10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84BEB-D86F-394B-87A3-2654F184F9A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41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84BEB-D86F-394B-87A3-2654F184F9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98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67DC8DA-F41D-4357-AF7D-8B07BAA50DFB}" type="datetime5">
              <a:rPr lang="en-US" smtClean="0"/>
              <a:t>2-Apr-20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338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7A9FDE58-F5A0-44E1-8715-DD877F75B0B0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95747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Changelog and attribution</a:t>
            </a:r>
            <a:endParaRPr lang="en-GB" dirty="0"/>
          </a:p>
        </p:txBody>
      </p:sp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1238693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7562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86F4BEB2-7F07-47F3-8710-C1DE8B120BBF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83559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5F15FE8-F8A1-41ED-B085-9135EF2E97BE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50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ECEC93A-8703-4960-9BDC-B08AE530E503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13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83C623C-C0D5-4BB1-B74E-C52FE1B72BEF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079064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F880CF6-3BB5-4798-8708-4C4F6298CD4F}" type="datetime5">
              <a:rPr lang="en-US" smtClean="0"/>
              <a:t>2-Apr-20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54521"/>
            <a:ext cx="9418320" cy="109728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840225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15AE4025-65B5-44FD-A9B4-B7FEEECACB1D}" type="datetime5">
              <a:rPr lang="en-US" smtClean="0"/>
              <a:t>2-Apr-20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31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D8B900-4721-487C-87F4-9B9A5BE843B6}" type="datetime5">
              <a:rPr lang="en-US" smtClean="0"/>
              <a:t>2-Apr-20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3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DA1A421-B4C4-4F91-B55B-58BA12350BE8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48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F8B18EB2-02A5-453D-BC9D-4F89E3A4B6C5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486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40BDB8E-8C45-4EA9-B9FE-E0D09EE1F78F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00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8D00E32-ABD3-4E84-B7EE-9FCC81C47861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152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1739AD5-7CEE-4007-907F-0B2E3FA9A06B}" type="datetime5">
              <a:rPr lang="en-US" smtClean="0"/>
              <a:t>2-Apr-20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998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62D44-9BB5-418D-8A48-EA2A97F54C4B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01153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FB40A-63C3-40EC-B484-BEB026E13EAC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924121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29A81-FB0B-4F5B-8E70-D09EB8D7A4A7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448195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8CA8F-4A43-41EF-B497-DD4149C080CA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388922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98AE5-DC26-4EF3-9937-09E278DC60EB}" type="datetime5">
              <a:rPr lang="en-US" smtClean="0"/>
              <a:t>2-Apr-20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92573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89FA0-DDD5-4437-AD8F-C343C9C526D4}" type="datetime5">
              <a:rPr lang="en-US" smtClean="0"/>
              <a:t>2-Apr-20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59131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1C3A-C368-4F0D-8D85-756DC392FC4F}" type="datetime5">
              <a:rPr lang="en-US" smtClean="0"/>
              <a:t>2-Apr-20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185375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6681A-AF31-4120-969B-E924D9A47771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072067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B04DB-4778-4F59-9829-7E4536C23145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173204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AA5E-FF76-4BD9-A1BF-C6E3FD475BF4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250688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34519-1A38-4BCD-BC7F-E184E1462810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8790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942" y="913448"/>
            <a:ext cx="1363858" cy="5352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softEdge rad="12700"/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2" descr="http://www.osemosys.org/uploads/1/8/5/0/18504136/logo_1.pn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2967" y="265989"/>
            <a:ext cx="1977808" cy="71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720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8AAAB-CBEC-416D-83B6-509BD8C5945B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3633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2870" y="5888614"/>
            <a:ext cx="6297388" cy="37830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800" dirty="0"/>
              <a:t>Year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50439-C31B-9A40-9E9D-ED5EC7CC60E9}" type="slidenum">
              <a:rPr lang="en-US" smtClean="0"/>
              <a:t>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0034" y="365819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Representative </a:t>
            </a:r>
            <a:r>
              <a:rPr lang="en-US" dirty="0" err="1"/>
              <a:t>OSeMOSYS</a:t>
            </a:r>
            <a:r>
              <a:rPr lang="en-US" dirty="0"/>
              <a:t> results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910" y="2336861"/>
            <a:ext cx="8652391" cy="35809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53873" y="2958271"/>
            <a:ext cx="461665" cy="2491836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dirty="0"/>
              <a:t>Electricity Generation (PJ)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6664" y="1682933"/>
            <a:ext cx="3610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Hydro and CCGT most competitive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6705600" y="2084004"/>
            <a:ext cx="660400" cy="2213552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464574" y="3002890"/>
            <a:ext cx="3610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Initial capacity of COAL PP phased out at end of life</a:t>
            </a:r>
          </a:p>
        </p:txBody>
      </p:sp>
      <p:sp>
        <p:nvSpPr>
          <p:cNvPr id="14" name="Oval 13"/>
          <p:cNvSpPr/>
          <p:nvPr/>
        </p:nvSpPr>
        <p:spPr>
          <a:xfrm>
            <a:off x="2066410" y="3852420"/>
            <a:ext cx="2454791" cy="737236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759C11F-65D3-46A7-98DB-7877D1E6E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E9420-B6EA-4900-8E06-96E9224EE09D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795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7470" y="5935924"/>
            <a:ext cx="6297388" cy="37830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800" dirty="0"/>
              <a:t>Year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50439-C31B-9A40-9E9D-ED5EC7CC60E9}" type="slidenum">
              <a:rPr lang="en-US" smtClean="0"/>
              <a:t>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858" y="34244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Representative </a:t>
            </a:r>
            <a:r>
              <a:rPr lang="en-US" dirty="0" err="1"/>
              <a:t>OSeMOSYS</a:t>
            </a:r>
            <a:r>
              <a:rPr lang="en-US" dirty="0"/>
              <a:t> results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858" y="2311605"/>
            <a:ext cx="8692122" cy="35964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44611" y="3004053"/>
            <a:ext cx="461665" cy="2491836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dirty="0"/>
              <a:t>Electricity Generation (PJ)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73040" y="3016059"/>
            <a:ext cx="4729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More generation from COAL PP, less reliance on HYDRO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01159" y="1687731"/>
            <a:ext cx="7944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happens in a climate ‘water scarcity’ scenario?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837774" y="3714444"/>
            <a:ext cx="215900" cy="1138422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D245140-08A7-4332-82FC-B9EA3F108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00E5-4CC3-4B9C-8ED3-ABA9894EF407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089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8" grpId="0"/>
    </p:bldLst>
  </p:timing>
</p:sld>
</file>

<file path=ppt/theme/theme1.xml><?xml version="1.0" encoding="utf-8"?>
<a:theme xmlns:a="http://schemas.openxmlformats.org/drawingml/2006/main" name="OSeMOSYS_dESA_OpTIMU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SeMOSYS_dESA_OpTIMUS" id="{87B24570-67CC-4463-B33B-D3B7D7BCBA01}" vid="{5874AC31-46F6-47B9-A431-4546F1FB4AF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 OSeMOSYS Community_AB" id="{05E57207-9E8F-4997-AF84-042E96A9F9B0}" vid="{05C5C074-0B80-4D41-8661-E94856CD752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item1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2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3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4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5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6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7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8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9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10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Props1.xml><?xml version="1.0" encoding="utf-8"?>
<ds:datastoreItem xmlns:ds="http://schemas.openxmlformats.org/officeDocument/2006/customXml" ds:itemID="{0103A532-5B2C-4425-9F2A-7F4721A16C4C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E01F304E-8A23-4F3A-A522-8F0F304C2F57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C4C77668-3C09-4800-9078-32A63FDB8878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25B0A9D5-AA86-40E5-8BB9-BF6B6793A753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25A3FA23-A2B3-408D-BAC0-3974AD01A403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C617D7A1-438A-4842-B3E3-9908A6EB6D2C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2611C6C5-73A8-4088-8E8F-45AC80A93639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834A27C6-F506-436C-BE80-EBD990020008}">
  <ds:schemaRefs>
    <ds:schemaRef ds:uri="http://schemas.microsoft.com/VisualStudio/2011/storyboarding/control"/>
  </ds:schemaRefs>
</ds:datastoreItem>
</file>

<file path=customXml/itemProps9.xml><?xml version="1.0" encoding="utf-8"?>
<ds:datastoreItem xmlns:ds="http://schemas.openxmlformats.org/officeDocument/2006/customXml" ds:itemID="{A3DE4E40-43A6-4881-AA8B-24AE61AEFE20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1CFCFB3A-1124-4BB9-AF75-CF97631426FE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OSeMOSYS_dESA_OpTIMUS</Template>
  <TotalTime>6909</TotalTime>
  <Words>61</Words>
  <Application>Microsoft Office PowerPoint</Application>
  <PresentationFormat>Widescreen</PresentationFormat>
  <Paragraphs>16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OSeMOSYS_dESA_OpTIMUS</vt:lpstr>
      <vt:lpstr>Custom Design</vt:lpstr>
      <vt:lpstr>Representative OSeMOSYS results</vt:lpstr>
      <vt:lpstr>Representative OSeMOSYS results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163</cp:revision>
  <dcterms:created xsi:type="dcterms:W3CDTF">2017-06-07T13:22:49Z</dcterms:created>
  <dcterms:modified xsi:type="dcterms:W3CDTF">2020-04-02T16:15:29Z</dcterms:modified>
</cp:coreProperties>
</file>