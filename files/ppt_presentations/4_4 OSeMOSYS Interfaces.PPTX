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1"/>
    <p:sldMasterId id="2147483667" r:id="rId12"/>
  </p:sldMasterIdLst>
  <p:notesMasterIdLst>
    <p:notesMasterId r:id="rId16"/>
  </p:notesMasterIdLst>
  <p:handoutMasterIdLst>
    <p:handoutMasterId r:id="rId17"/>
  </p:handoutMasterIdLst>
  <p:sldIdLst>
    <p:sldId id="312" r:id="rId13"/>
    <p:sldId id="468" r:id="rId14"/>
    <p:sldId id="4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10" Type="http://schemas.openxmlformats.org/officeDocument/2006/relationships/customXml" Target="../customXml/item10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8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urses.momaniweb.com/#/mode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9B142CD6-CA62-4809-8E50-55DFF5E3F3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1082" y="1831905"/>
            <a:ext cx="11282387" cy="4660970"/>
          </a:xfrm>
        </p:spPr>
        <p:txBody>
          <a:bodyPr>
            <a:noAutofit/>
          </a:bodyPr>
          <a:lstStyle/>
          <a:p>
            <a:pPr marL="285750" lvl="1" indent="-285750">
              <a:spcAft>
                <a:spcPct val="50000"/>
              </a:spcAft>
            </a:pPr>
            <a:r>
              <a:rPr lang="sv-SE" sz="2800" dirty="0"/>
              <a:t>MoManI – Model Management Infrastructure</a:t>
            </a:r>
            <a:endParaRPr lang="en-US" sz="2800" dirty="0"/>
          </a:p>
          <a:p>
            <a:pPr marL="285750" lvl="1" indent="-285750">
              <a:spcAft>
                <a:spcPct val="50000"/>
              </a:spcAft>
            </a:pPr>
            <a:r>
              <a:rPr lang="sv-SE" sz="2800" dirty="0"/>
              <a:t>LEAP – the Long-range Energy Alternatives Planning system</a:t>
            </a:r>
          </a:p>
          <a:p>
            <a:pPr marL="285750" lvl="1" indent="-285750">
              <a:spcAft>
                <a:spcPct val="50000"/>
              </a:spcAft>
            </a:pPr>
            <a:r>
              <a:rPr lang="sv-SE" sz="2800" dirty="0"/>
              <a:t>Run an input file directly on the command line, e.g, using Notepad++ to write input file and a compatible solver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Interfaces for </a:t>
            </a:r>
            <a:r>
              <a:rPr lang="en-US" dirty="0" err="1">
                <a:cs typeface="Calibri" pitchFamily="34" charset="0"/>
              </a:rPr>
              <a:t>OSeMOSYS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1726A-D644-4D86-984D-60AE3287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EB5-62B6-4421-B93F-2338923B29DE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9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9B142CD6-CA62-4809-8E50-55DFF5E3F3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1082" y="1831905"/>
            <a:ext cx="11282387" cy="4660970"/>
          </a:xfrm>
        </p:spPr>
        <p:txBody>
          <a:bodyPr>
            <a:noAutofit/>
          </a:bodyPr>
          <a:lstStyle/>
          <a:p>
            <a:pPr marL="285750" lvl="1" indent="-285750">
              <a:spcAft>
                <a:spcPct val="50000"/>
              </a:spcAft>
            </a:pPr>
            <a:r>
              <a:rPr lang="sv-SE" sz="2800" b="1" dirty="0"/>
              <a:t>MoManI – Model Management Infrastructure</a:t>
            </a:r>
            <a:endParaRPr lang="en-US" sz="2800" b="1" dirty="0"/>
          </a:p>
          <a:p>
            <a:pPr marL="285750" lvl="1" indent="-285750">
              <a:spcAft>
                <a:spcPct val="50000"/>
              </a:spcAft>
            </a:pPr>
            <a:r>
              <a:rPr lang="sv-SE" sz="2800" dirty="0"/>
              <a:t>LEAP – the Long-range Energy Alternatives Planning system</a:t>
            </a:r>
          </a:p>
          <a:p>
            <a:pPr marL="285750" lvl="1" indent="-285750">
              <a:spcAft>
                <a:spcPct val="50000"/>
              </a:spcAft>
            </a:pPr>
            <a:r>
              <a:rPr lang="sv-SE" sz="2800" dirty="0"/>
              <a:t>Run an input file directly on the command line, e.g, using Notepad++ to write input file and a compatible solver</a:t>
            </a:r>
          </a:p>
          <a:p>
            <a:pPr marL="0" indent="0">
              <a:buNone/>
            </a:pPr>
            <a:endParaRPr lang="fr-FR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Interfaces for </a:t>
            </a:r>
            <a:r>
              <a:rPr lang="en-US" dirty="0" err="1">
                <a:cs typeface="Calibri" pitchFamily="34" charset="0"/>
              </a:rPr>
              <a:t>OSeMOSYS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1BB5F-3E69-427F-AA1C-2FCCFEB8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8F036-9484-4299-95B3-DE0C7152FCAF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9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Interfaces for </a:t>
            </a:r>
            <a:r>
              <a:rPr lang="en-US" dirty="0" err="1">
                <a:cs typeface="Calibri" pitchFamily="34" charset="0"/>
              </a:rPr>
              <a:t>OSeMOSYS</a:t>
            </a:r>
            <a:r>
              <a:rPr lang="en-US" dirty="0">
                <a:cs typeface="Calibri" pitchFamily="34" charset="0"/>
              </a:rPr>
              <a:t>: </a:t>
            </a:r>
            <a:r>
              <a:rPr lang="en-US" dirty="0" err="1">
                <a:cs typeface="Calibri" pitchFamily="34" charset="0"/>
              </a:rPr>
              <a:t>MoManI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FB1FEA-265D-4553-B85C-CAFCA1A27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51" y="1373029"/>
            <a:ext cx="7611058" cy="4817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28942C7-83B3-42AE-9322-46A383AA3962}"/>
              </a:ext>
            </a:extLst>
          </p:cNvPr>
          <p:cNvSpPr/>
          <p:nvPr/>
        </p:nvSpPr>
        <p:spPr>
          <a:xfrm>
            <a:off x="4241539" y="2559444"/>
            <a:ext cx="62925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b="1" dirty="0">
                <a:hlinkClick r:id="rId4"/>
              </a:rPr>
              <a:t>http://courses.momaniweb.com/#/models</a:t>
            </a:r>
            <a:r>
              <a:rPr lang="sv-SE" sz="2800" b="1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F98BDD-BF7E-43CF-A954-CBB5B7F5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C7F7-B4A2-4336-B66D-D86C628A7A84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5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2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3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4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5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6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7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8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9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10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0103A532-5B2C-4425-9F2A-7F4721A16C4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E01F304E-8A23-4F3A-A522-8F0F304C2F57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C4C77668-3C09-4800-9078-32A63FDB8878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25B0A9D5-AA86-40E5-8BB9-BF6B6793A75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5A3FA23-A2B3-408D-BAC0-3974AD01A403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C617D7A1-438A-4842-B3E3-9908A6EB6D2C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2611C6C5-73A8-4088-8E8F-45AC80A93639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A3DE4E40-43A6-4881-AA8B-24AE61AEFE20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1CFCFB3A-1124-4BB9-AF75-CF97631426F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6909</TotalTime>
  <Words>95</Words>
  <Application>Microsoft Office PowerPoint</Application>
  <PresentationFormat>Widescreen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OSeMOSYS_dESA_OpTIMUS</vt:lpstr>
      <vt:lpstr>Custom Design</vt:lpstr>
      <vt:lpstr>Interfaces for OSeMOSYS</vt:lpstr>
      <vt:lpstr>Interfaces for OSeMOSYS</vt:lpstr>
      <vt:lpstr>Interfaces for OSeMOSYS: MoManI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163</cp:revision>
  <dcterms:created xsi:type="dcterms:W3CDTF">2017-06-07T13:22:49Z</dcterms:created>
  <dcterms:modified xsi:type="dcterms:W3CDTF">2020-04-02T16:18:43Z</dcterms:modified>
</cp:coreProperties>
</file>