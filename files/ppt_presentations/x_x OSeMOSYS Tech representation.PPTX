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5"/>
  </p:notesMasterIdLst>
  <p:handoutMasterIdLst>
    <p:handoutMasterId r:id="rId6"/>
  </p:handoutMasterIdLst>
  <p:sldIdLst>
    <p:sldId id="308" r:id="rId2"/>
    <p:sldId id="319" r:id="rId3"/>
    <p:sldId id="32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4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2" name="Taliotis Constantinos" initials="TC" lastIdx="1" clrIdx="1">
    <p:extLst>
      <p:ext uri="{19B8F6BF-5375-455C-9EA6-DF929625EA0E}">
        <p15:presenceInfo xmlns:p15="http://schemas.microsoft.com/office/powerpoint/2012/main" userId="Taliotis Constantin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60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E8D9AE-465E-40C1-9573-3C535D2D702B}"/>
              </a:ext>
            </a:extLst>
          </p:cNvPr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13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Energy Modelling Platform for Africa - 14-29 January 2019 University of Cape Town (South Africa)</a:t>
            </a:r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158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6228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92000" y="6356349"/>
            <a:ext cx="82080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170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20201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8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42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651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7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6" y="1051561"/>
            <a:ext cx="9230033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3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19356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59936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40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78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149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4135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389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03/2019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  <a:cs typeface="Calibri" pitchFamily="34" charset="0"/>
              </a:rPr>
              <a:t>Technology represents a process (or group of processes) that:</a:t>
            </a:r>
          </a:p>
          <a:p>
            <a:pPr marL="0" indent="0">
              <a:buNone/>
            </a:pPr>
            <a:endParaRPr lang="en-US" dirty="0">
              <a:latin typeface="+mj-lt"/>
              <a:cs typeface="Calibri" pitchFamily="34" charset="0"/>
            </a:endParaRPr>
          </a:p>
          <a:p>
            <a:pPr lvl="1"/>
            <a:r>
              <a:rPr lang="en-US" sz="2600" dirty="0">
                <a:latin typeface="+mj-lt"/>
                <a:cs typeface="Calibri" pitchFamily="34" charset="0"/>
              </a:rPr>
              <a:t>Converts one energy form into another energy form or into energy service</a:t>
            </a:r>
          </a:p>
          <a:p>
            <a:pPr marL="1085850" lvl="2"/>
            <a:r>
              <a:rPr lang="en-US" sz="2400" dirty="0">
                <a:latin typeface="+mj-lt"/>
                <a:cs typeface="Calibri" pitchFamily="34" charset="0"/>
              </a:rPr>
              <a:t>e.g. conversion of crude oil to oil products, oil products to electricity, electricity to light</a:t>
            </a:r>
          </a:p>
          <a:p>
            <a:pPr marL="1085850" lvl="2"/>
            <a:endParaRPr lang="en-US" dirty="0">
              <a:latin typeface="+mj-lt"/>
              <a:cs typeface="Calibri" pitchFamily="34" charset="0"/>
            </a:endParaRPr>
          </a:p>
          <a:p>
            <a:pPr lvl="1"/>
            <a:r>
              <a:rPr lang="en-US" sz="2600" dirty="0">
                <a:latin typeface="+mj-lt"/>
                <a:cs typeface="Calibri" pitchFamily="34" charset="0"/>
              </a:rPr>
              <a:t>Transfers/transmits/distributes an energy form </a:t>
            </a:r>
          </a:p>
          <a:p>
            <a:pPr lvl="1"/>
            <a:endParaRPr lang="en-US" sz="2600" dirty="0">
              <a:latin typeface="+mj-lt"/>
              <a:cs typeface="Calibri" pitchFamily="34" charset="0"/>
            </a:endParaRPr>
          </a:p>
          <a:p>
            <a:pPr lvl="1"/>
            <a:r>
              <a:rPr lang="en-US" sz="2600" dirty="0">
                <a:latin typeface="+mj-lt"/>
                <a:cs typeface="Calibri" pitchFamily="34" charset="0"/>
              </a:rPr>
              <a:t>Supplies/produces an energy form (e.g. hydro power, oil import)</a:t>
            </a:r>
            <a:endParaRPr lang="fr-FR" sz="2600" dirty="0">
              <a:latin typeface="+mj-lt"/>
              <a:cs typeface="Calibri" pitchFamily="34" charset="0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OSeMOSYS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74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  <a:cs typeface="Calibri" pitchFamily="34" charset="0"/>
              </a:rPr>
              <a:t>Characteristics of a technology that can be built into an </a:t>
            </a:r>
            <a:r>
              <a:rPr lang="en-US" dirty="0" err="1">
                <a:latin typeface="+mj-lt"/>
                <a:cs typeface="Calibri" pitchFamily="34" charset="0"/>
              </a:rPr>
              <a:t>OSeMOSYS</a:t>
            </a:r>
            <a:r>
              <a:rPr lang="en-US" dirty="0">
                <a:latin typeface="+mj-lt"/>
                <a:cs typeface="Calibri" pitchFamily="34" charset="0"/>
              </a:rPr>
              <a:t> model may include: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Multiple inputs and outputs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Variation in available capacity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Efficiency varying with time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Costs varying with time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Limits on production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Capacity constraints</a:t>
            </a:r>
          </a:p>
          <a:p>
            <a:pPr lvl="1"/>
            <a:r>
              <a:rPr lang="en-US" dirty="0">
                <a:latin typeface="+mj-lt"/>
                <a:cs typeface="Calibri" pitchFamily="34" charset="0"/>
              </a:rPr>
              <a:t>Emission factors and emission control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OSeMOSYS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923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  <a:cs typeface="Calibri" pitchFamily="34" charset="0"/>
              </a:rPr>
              <a:t>We will now </a:t>
            </a:r>
            <a:r>
              <a:rPr lang="en-US" dirty="0" err="1">
                <a:latin typeface="+mj-lt"/>
                <a:cs typeface="Calibri" pitchFamily="34" charset="0"/>
              </a:rPr>
              <a:t>analyse</a:t>
            </a:r>
            <a:r>
              <a:rPr lang="en-US" dirty="0">
                <a:latin typeface="+mj-lt"/>
                <a:cs typeface="Calibri" pitchFamily="34" charset="0"/>
              </a:rPr>
              <a:t> </a:t>
            </a:r>
            <a:r>
              <a:rPr lang="en-US" b="1" dirty="0">
                <a:latin typeface="+mj-lt"/>
                <a:cs typeface="Calibri" pitchFamily="34" charset="0"/>
              </a:rPr>
              <a:t>few key aspects</a:t>
            </a:r>
            <a:r>
              <a:rPr lang="en-US" dirty="0">
                <a:latin typeface="+mj-lt"/>
                <a:cs typeface="Calibri" pitchFamily="34" charset="0"/>
              </a:rPr>
              <a:t> of the technology representation in </a:t>
            </a:r>
            <a:r>
              <a:rPr lang="en-US" dirty="0" err="1">
                <a:latin typeface="+mj-lt"/>
                <a:cs typeface="Calibri" pitchFamily="34" charset="0"/>
              </a:rPr>
              <a:t>OSeMOSYS</a:t>
            </a:r>
            <a:r>
              <a:rPr lang="en-US" dirty="0">
                <a:latin typeface="+mj-lt"/>
                <a:cs typeface="Calibri" pitchFamily="34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+mj-lt"/>
              <a:cs typeface="Calibri" pitchFamily="34" charset="0"/>
            </a:endParaRPr>
          </a:p>
          <a:p>
            <a:pPr marL="1143000" lvl="1" indent="-457200"/>
            <a:r>
              <a:rPr lang="en-US" sz="2800" b="1" dirty="0">
                <a:latin typeface="+mj-lt"/>
                <a:cs typeface="Calibri" pitchFamily="34" charset="0"/>
              </a:rPr>
              <a:t>Input and output commodities</a:t>
            </a:r>
          </a:p>
          <a:p>
            <a:pPr marL="1143000" lvl="1" indent="-457200"/>
            <a:r>
              <a:rPr lang="en-US" sz="2800" b="1" dirty="0">
                <a:latin typeface="+mj-lt"/>
                <a:cs typeface="Calibri" pitchFamily="34" charset="0"/>
              </a:rPr>
              <a:t>Activity and capacity</a:t>
            </a:r>
          </a:p>
          <a:p>
            <a:pPr marL="1143000" lvl="1" indent="-457200"/>
            <a:r>
              <a:rPr lang="en-US" sz="2800" b="1" dirty="0">
                <a:latin typeface="+mj-lt"/>
                <a:cs typeface="Calibri" pitchFamily="34" charset="0"/>
              </a:rPr>
              <a:t>Costs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representation in </a:t>
            </a:r>
            <a:r>
              <a:rPr lang="en-US" dirty="0" err="1"/>
              <a:t>OSeMOSYS</a:t>
            </a:r>
            <a:endParaRPr lang="fr-FR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</p:spPr>
        <p:txBody>
          <a:bodyPr/>
          <a:lstStyle/>
          <a:p>
            <a:r>
              <a:rPr lang="en-US" dirty="0" smtClean="0"/>
              <a:t>03/2019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23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140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KTH-OpTIMUS-DFID</vt:lpstr>
      <vt:lpstr>Technology representation in OSeMOSYS</vt:lpstr>
      <vt:lpstr>Technology representation in OSeMOSYS</vt:lpstr>
      <vt:lpstr>Technology representation in OSeMOSYS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120</cp:revision>
  <dcterms:created xsi:type="dcterms:W3CDTF">2017-06-07T13:22:49Z</dcterms:created>
  <dcterms:modified xsi:type="dcterms:W3CDTF">2020-04-02T16:59:51Z</dcterms:modified>
</cp:coreProperties>
</file>