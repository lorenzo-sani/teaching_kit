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6"/>
  </p:notesMasterIdLst>
  <p:sldIdLst>
    <p:sldId id="272" r:id="rId2"/>
    <p:sldId id="273" r:id="rId3"/>
    <p:sldId id="274" r:id="rId4"/>
    <p:sldId id="275" r:id="rId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oundtripDataSignature="AMtx7miVP+v8xZticl0H1V5/aaqy0+lvsw==" r:id="rId55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ga Kubulenso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A206DAB-3555-4C46-A72D-0963664602DE}">
  <a:tblStyle styleId="{1A206DAB-3555-4C46-A72D-0963664602DE}" styleName="Table_0">
    <a:wholeTbl>
      <a:tcTxStyle b="off" i="off">
        <a:font>
          <a:latin typeface="Calibri Light"/>
          <a:ea typeface="Calibri Light"/>
          <a:cs typeface="Calibri Light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2CE0E53-0276-4775-8B6D-C34DD5AAE4E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8D9BFFD-CBA3-412F-AA53-2597C49C5950}" styleName="Table_2">
    <a:wholeTbl>
      <a:tcTxStyle b="off" i="off">
        <a:font>
          <a:latin typeface="Calibri Light"/>
          <a:ea typeface="Calibri Light"/>
          <a:cs typeface="Calibri Light"/>
        </a:font>
        <a:schemeClr val="dk1"/>
      </a:tcTxStyle>
      <a:tcStyle>
        <a:tcBdr>
          <a:lef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60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55" Type="http://customschemas.google.com/relationships/presentationmetadata" Target="metadata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57" Type="http://schemas.openxmlformats.org/officeDocument/2006/relationships/presProps" Target="presProps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56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3" name="Google Shape;413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9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49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49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30" name="Google Shape;30;p49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ngelog and attribution">
  <p:cSld name="Changelog and attribu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Google Shape;40;p51"/>
          <p:cNvGraphicFramePr/>
          <p:nvPr/>
        </p:nvGraphicFramePr>
        <p:xfrm>
          <a:off x="838200" y="161607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{1A206DAB-3555-4C46-A72D-0963664602DE}</a:tableStyleId>
              </a:tblPr>
              <a:tblGrid>
                <a:gridCol w="149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8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Date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Author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Reviewer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Reviser 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1" name="Google Shape;41;p51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correctly reference this work, please use the following:</a:t>
            </a:r>
            <a:endParaRPr/>
          </a:p>
        </p:txBody>
      </p:sp>
      <p:sp>
        <p:nvSpPr>
          <p:cNvPr id="42" name="Google Shape;42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51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51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45" name="Google Shape;45;p51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2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52"/>
          <p:cNvSpPr txBox="1">
            <a:spLocks noGrp="1"/>
          </p:cNvSpPr>
          <p:nvPr>
            <p:ph type="title"/>
          </p:nvPr>
        </p:nvSpPr>
        <p:spPr>
          <a:xfrm>
            <a:off x="2123768" y="372221"/>
            <a:ext cx="9226296" cy="669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2"/>
          <p:cNvSpPr txBox="1">
            <a:spLocks noGrp="1"/>
          </p:cNvSpPr>
          <p:nvPr>
            <p:ph type="body" idx="2"/>
          </p:nvPr>
        </p:nvSpPr>
        <p:spPr>
          <a:xfrm>
            <a:off x="2123768" y="1051561"/>
            <a:ext cx="9220200" cy="398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070"/>
              </a:buClr>
              <a:buSzPts val="2800"/>
              <a:buNone/>
              <a:defRPr b="1">
                <a:solidFill>
                  <a:srgbClr val="75707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52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52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5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53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53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4"/>
          <p:cNvSpPr txBox="1">
            <a:spLocks noGrp="1"/>
          </p:cNvSpPr>
          <p:nvPr>
            <p:ph type="body" idx="1"/>
          </p:nvPr>
        </p:nvSpPr>
        <p:spPr>
          <a:xfrm>
            <a:off x="838200" y="1618488"/>
            <a:ext cx="5181600" cy="457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54"/>
          <p:cNvSpPr txBox="1">
            <a:spLocks noGrp="1"/>
          </p:cNvSpPr>
          <p:nvPr>
            <p:ph type="body" idx="2"/>
          </p:nvPr>
        </p:nvSpPr>
        <p:spPr>
          <a:xfrm>
            <a:off x="6172200" y="1618488"/>
            <a:ext cx="5181600" cy="457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5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54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54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65" name="Google Shape;65;p54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5"/>
          <p:cNvSpPr txBox="1">
            <a:spLocks noGrp="1"/>
          </p:cNvSpPr>
          <p:nvPr>
            <p:ph type="body" idx="1"/>
          </p:nvPr>
        </p:nvSpPr>
        <p:spPr>
          <a:xfrm>
            <a:off x="838200" y="1618488"/>
            <a:ext cx="5181600" cy="457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55"/>
          <p:cNvSpPr txBox="1">
            <a:spLocks noGrp="1"/>
          </p:cNvSpPr>
          <p:nvPr>
            <p:ph type="body" idx="2"/>
          </p:nvPr>
        </p:nvSpPr>
        <p:spPr>
          <a:xfrm>
            <a:off x="6172200" y="1618488"/>
            <a:ext cx="5181600" cy="457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55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55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72" name="Google Shape;72;p55"/>
          <p:cNvSpPr txBox="1">
            <a:spLocks noGrp="1"/>
          </p:cNvSpPr>
          <p:nvPr>
            <p:ph type="title"/>
          </p:nvPr>
        </p:nvSpPr>
        <p:spPr>
          <a:xfrm>
            <a:off x="2123768" y="372221"/>
            <a:ext cx="9226296" cy="669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5"/>
          <p:cNvSpPr txBox="1">
            <a:spLocks noGrp="1"/>
          </p:cNvSpPr>
          <p:nvPr>
            <p:ph type="body" idx="3"/>
          </p:nvPr>
        </p:nvSpPr>
        <p:spPr>
          <a:xfrm>
            <a:off x="2123768" y="1051561"/>
            <a:ext cx="9220200" cy="398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070"/>
              </a:buClr>
              <a:buSzPts val="2800"/>
              <a:buNone/>
              <a:defRPr b="1">
                <a:solidFill>
                  <a:srgbClr val="75707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6"/>
          <p:cNvSpPr txBox="1"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6" name="Google Shape;76;p56"/>
          <p:cNvSpPr txBox="1">
            <a:spLocks noGrp="1"/>
          </p:cNvSpPr>
          <p:nvPr>
            <p:ph type="body" idx="2"/>
          </p:nvPr>
        </p:nvSpPr>
        <p:spPr>
          <a:xfrm>
            <a:off x="839788" y="2609087"/>
            <a:ext cx="5157787" cy="3580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56"/>
          <p:cNvSpPr txBox="1">
            <a:spLocks noGrp="1"/>
          </p:cNvSpPr>
          <p:nvPr>
            <p:ph type="body" idx="3"/>
          </p:nvPr>
        </p:nvSpPr>
        <p:spPr>
          <a:xfrm>
            <a:off x="6172200" y="1618488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8" name="Google Shape;78;p56"/>
          <p:cNvSpPr txBox="1">
            <a:spLocks noGrp="1"/>
          </p:cNvSpPr>
          <p:nvPr>
            <p:ph type="body" idx="4"/>
          </p:nvPr>
        </p:nvSpPr>
        <p:spPr>
          <a:xfrm>
            <a:off x="6172200" y="2609087"/>
            <a:ext cx="5183188" cy="3580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56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56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82" name="Google Shape;82;p56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57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57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87" name="Google Shape;87;p57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0" name="Google Shape;90;p58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" name="Google Shape;91;p58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9"/>
          <p:cNvSpPr txBox="1"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59"/>
          <p:cNvSpPr txBox="1">
            <a:spLocks noGrp="1"/>
          </p:cNvSpPr>
          <p:nvPr>
            <p:ph type="body" idx="1"/>
          </p:nvPr>
        </p:nvSpPr>
        <p:spPr>
          <a:xfrm>
            <a:off x="5183188" y="1618488"/>
            <a:ext cx="6172200" cy="451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95" name="Google Shape;95;p59"/>
          <p:cNvSpPr txBox="1">
            <a:spLocks noGrp="1"/>
          </p:cNvSpPr>
          <p:nvPr>
            <p:ph type="body" idx="2"/>
          </p:nvPr>
        </p:nvSpPr>
        <p:spPr>
          <a:xfrm>
            <a:off x="839788" y="3162300"/>
            <a:ext cx="3932237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6" name="Google Shape;96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7" name="Google Shape;97;p59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59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0"/>
          <p:cNvSpPr txBox="1"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60"/>
          <p:cNvSpPr>
            <a:spLocks noGrp="1"/>
          </p:cNvSpPr>
          <p:nvPr>
            <p:ph type="pic" idx="2"/>
          </p:nvPr>
        </p:nvSpPr>
        <p:spPr>
          <a:xfrm>
            <a:off x="5183188" y="1618488"/>
            <a:ext cx="6172200" cy="451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Google Shape;102;p60"/>
          <p:cNvSpPr txBox="1">
            <a:spLocks noGrp="1"/>
          </p:cNvSpPr>
          <p:nvPr>
            <p:ph type="body" idx="1"/>
          </p:nvPr>
        </p:nvSpPr>
        <p:spPr>
          <a:xfrm>
            <a:off x="839788" y="3162300"/>
            <a:ext cx="3932237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3" name="Google Shape;103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" name="Google Shape;104;p60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5" name="Google Shape;105;p60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1"/>
          <p:cNvSpPr txBox="1">
            <a:spLocks noGrp="1"/>
          </p:cNvSpPr>
          <p:nvPr>
            <p:ph type="body" idx="1"/>
          </p:nvPr>
        </p:nvSpPr>
        <p:spPr>
          <a:xfrm rot="5400000">
            <a:off x="3820633" y="-1366284"/>
            <a:ext cx="4550734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6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9" name="Google Shape;109;p61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Google Shape;110;p61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111" name="Google Shape;111;p61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6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6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6" name="Google Shape;116;p62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7" name="Google Shape;117;p62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69000">
              <a:srgbClr val="FDFDFD"/>
            </a:gs>
            <a:gs pos="100000">
              <a:srgbClr val="E7E6E6">
                <a:alpha val="49803"/>
              </a:srgbClr>
            </a:gs>
          </a:gsLst>
          <a:lin ang="18900000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7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1" name="Google Shape;11;p47"/>
          <p:cNvCxnSpPr/>
          <p:nvPr/>
        </p:nvCxnSpPr>
        <p:spPr>
          <a:xfrm>
            <a:off x="838200" y="6323905"/>
            <a:ext cx="10515600" cy="0"/>
          </a:xfrm>
          <a:prstGeom prst="straightConnector1">
            <a:avLst/>
          </a:prstGeom>
          <a:noFill/>
          <a:ln w="19050" cap="flat" cmpd="sng">
            <a:solidFill>
              <a:srgbClr val="D0CEC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" name="Google Shape;12;p47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13" name="Google Shape;13;p47"/>
          <p:cNvPicPr preferRelativeResize="0"/>
          <p:nvPr/>
        </p:nvPicPr>
        <p:blipFill rotWithShape="1">
          <a:blip r:embed="rId15">
            <a:alphaModFix/>
          </a:blip>
          <a:srcRect l="6330" t="11650" r="6449" b="15113"/>
          <a:stretch/>
        </p:blipFill>
        <p:spPr>
          <a:xfrm>
            <a:off x="906186" y="1041144"/>
            <a:ext cx="1158284" cy="34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47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38200" y="456647"/>
            <a:ext cx="1294256" cy="510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47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0734628" y="364808"/>
            <a:ext cx="619172" cy="61917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newables.ninja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6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216" t="-238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sv-SE"/>
              <a:t> </a:t>
            </a:r>
            <a:endParaRPr/>
          </a:p>
        </p:txBody>
      </p:sp>
      <p:sp>
        <p:nvSpPr>
          <p:cNvPr id="392" name="Google Shape;392;p16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1</a:t>
            </a:fld>
            <a:endParaRPr/>
          </a:p>
        </p:txBody>
      </p:sp>
      <p:sp>
        <p:nvSpPr>
          <p:cNvPr id="393" name="Google Shape;393;p16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 i="1"/>
              <a:t>Capacity Factor</a:t>
            </a:r>
            <a:r>
              <a:rPr lang="sv-SE"/>
              <a:t>: how to estimate it</a:t>
            </a:r>
            <a:endParaRPr/>
          </a:p>
        </p:txBody>
      </p:sp>
      <p:sp>
        <p:nvSpPr>
          <p:cNvPr id="394" name="Google Shape;39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rgbClr val="888888"/>
                </a:solidFill>
              </a:rPr>
              <a:t>03/2019</a:t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7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 startAt="2"/>
            </a:pPr>
            <a:r>
              <a:rPr lang="sv-SE">
                <a:latin typeface="Calibri"/>
                <a:ea typeface="Calibri"/>
                <a:cs typeface="Calibri"/>
                <a:sym typeface="Calibri"/>
              </a:rPr>
              <a:t>Access the online </a:t>
            </a:r>
            <a:r>
              <a:rPr lang="sv-SE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https://www.renewables.ninja/</a:t>
            </a:r>
            <a:r>
              <a:rPr lang="sv-SE"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marL="514350" lvl="0" indent="-336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7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2</a:t>
            </a:fld>
            <a:endParaRPr/>
          </a:p>
        </p:txBody>
      </p:sp>
      <p:sp>
        <p:nvSpPr>
          <p:cNvPr id="401" name="Google Shape;401;p17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 i="1"/>
              <a:t>Capacity Factor</a:t>
            </a:r>
            <a:r>
              <a:rPr lang="sv-SE"/>
              <a:t>: how to estimate it</a:t>
            </a:r>
            <a:endParaRPr/>
          </a:p>
        </p:txBody>
      </p:sp>
      <p:sp>
        <p:nvSpPr>
          <p:cNvPr id="402" name="Google Shape;40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rgbClr val="888888"/>
                </a:solidFill>
              </a:rPr>
              <a:t>03/2019</a:t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8"/>
          <p:cNvSpPr txBox="1">
            <a:spLocks noGrp="1"/>
          </p:cNvSpPr>
          <p:nvPr>
            <p:ph type="title"/>
          </p:nvPr>
        </p:nvSpPr>
        <p:spPr>
          <a:xfrm>
            <a:off x="838200" y="342841"/>
            <a:ext cx="10515600" cy="1116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 i="1"/>
              <a:t>Capacity Factor</a:t>
            </a:r>
            <a:r>
              <a:rPr lang="sv-SE"/>
              <a:t>: how to estimate it</a:t>
            </a:r>
            <a:endParaRPr/>
          </a:p>
        </p:txBody>
      </p:sp>
      <p:sp>
        <p:nvSpPr>
          <p:cNvPr id="408" name="Google Shape;408;p18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3</a:t>
            </a:fld>
            <a:endParaRPr/>
          </a:p>
        </p:txBody>
      </p:sp>
      <p:pic>
        <p:nvPicPr>
          <p:cNvPr id="409" name="Google Shape;409;p18"/>
          <p:cNvPicPr preferRelativeResize="0"/>
          <p:nvPr/>
        </p:nvPicPr>
        <p:blipFill rotWithShape="1">
          <a:blip r:embed="rId3">
            <a:alphaModFix/>
          </a:blip>
          <a:srcRect t="4925" r="20900" b="7286"/>
          <a:stretch/>
        </p:blipFill>
        <p:spPr>
          <a:xfrm>
            <a:off x="629989" y="96607"/>
            <a:ext cx="10962914" cy="6645188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rgbClr val="888888"/>
                </a:solidFill>
              </a:rPr>
              <a:t>03/2019</a:t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9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216" t="-240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sv-SE"/>
              <a:t> </a:t>
            </a:r>
            <a:endParaRPr/>
          </a:p>
        </p:txBody>
      </p:sp>
      <p:sp>
        <p:nvSpPr>
          <p:cNvPr id="417" name="Google Shape;417;p19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4</a:t>
            </a:fld>
            <a:endParaRPr/>
          </a:p>
        </p:txBody>
      </p:sp>
      <p:sp>
        <p:nvSpPr>
          <p:cNvPr id="418" name="Google Shape;418;p19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 i="1"/>
              <a:t>Capacity Factor</a:t>
            </a:r>
            <a:r>
              <a:rPr lang="sv-SE"/>
              <a:t>: how to estimate it</a:t>
            </a:r>
            <a:endParaRPr/>
          </a:p>
        </p:txBody>
      </p:sp>
      <p:sp>
        <p:nvSpPr>
          <p:cNvPr id="419" name="Google Shape;419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rgbClr val="888888"/>
                </a:solidFill>
              </a:rPr>
              <a:t>03/2019</a:t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KTH-OpTIMUS-DFID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</Words>
  <Application>Microsoft Office PowerPoint</Application>
  <PresentationFormat>Widescreen</PresentationFormat>
  <Paragraphs>16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KTH-OpTIMUS-DFID</vt:lpstr>
      <vt:lpstr>Capacity Factor: how to estimate it</vt:lpstr>
      <vt:lpstr>Capacity Factor: how to estimate it</vt:lpstr>
      <vt:lpstr>Capacity Factor: how to estimate it</vt:lpstr>
      <vt:lpstr>Capacity Factor: how to estimate it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Capacity Factor: how to estimate it</dc:title>
  <dc:creator>Ioannis Pappis</dc:creator>
  <cp:lastModifiedBy>Francesco Gardumi</cp:lastModifiedBy>
  <cp:revision>1</cp:revision>
  <dcterms:created xsi:type="dcterms:W3CDTF">2017-06-07T13:22:49Z</dcterms:created>
  <dcterms:modified xsi:type="dcterms:W3CDTF">2020-04-03T11:40:28Z</dcterms:modified>
</cp:coreProperties>
</file>