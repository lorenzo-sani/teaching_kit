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3" r:id="rId1"/>
  </p:sldMasterIdLst>
  <p:notesMasterIdLst>
    <p:notesMasterId r:id="rId8"/>
  </p:notesMasterIdLst>
  <p:handoutMasterIdLst>
    <p:handoutMasterId r:id="rId9"/>
  </p:handoutMasterIdLst>
  <p:sldIdLst>
    <p:sldId id="273" r:id="rId2"/>
    <p:sldId id="278" r:id="rId3"/>
    <p:sldId id="316" r:id="rId4"/>
    <p:sldId id="279" r:id="rId5"/>
    <p:sldId id="277" r:id="rId6"/>
    <p:sldId id="317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gnese Beltramo" initials="AB" lastIdx="9" clrIdx="0">
    <p:extLst>
      <p:ext uri="{19B8F6BF-5375-455C-9EA6-DF929625EA0E}">
        <p15:presenceInfo xmlns:p15="http://schemas.microsoft.com/office/powerpoint/2012/main" userId="S-1-5-21-4270984560-2697355171-1338322823-6860" providerId="AD"/>
      </p:ext>
    </p:extLst>
  </p:cmAuthor>
  <p:cmAuthor id="2" name="Taliotis Constantinos" initials="TC" lastIdx="2" clrIdx="1">
    <p:extLst>
      <p:ext uri="{19B8F6BF-5375-455C-9EA6-DF929625EA0E}">
        <p15:presenceInfo xmlns:p15="http://schemas.microsoft.com/office/powerpoint/2012/main" userId="Taliotis Constantinos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920" autoAdjust="0"/>
    <p:restoredTop sz="91643" autoAdjust="0"/>
  </p:normalViewPr>
  <p:slideViewPr>
    <p:cSldViewPr snapToGrid="0">
      <p:cViewPr varScale="1">
        <p:scale>
          <a:sx n="108" d="100"/>
          <a:sy n="108" d="100"/>
        </p:scale>
        <p:origin x="476" y="64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3822" y="6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5F4390-4F06-4AC1-A02F-F9827C930455}" type="datetimeFigureOut">
              <a:rPr lang="en-US" smtClean="0"/>
              <a:t>4/2/2020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4F50F8-7C6A-40E2-ACF6-24EB82F408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86905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4BBFCB-AF14-4840-A42D-4BE299CC3B6F}" type="datetimeFigureOut">
              <a:rPr lang="en-US" smtClean="0"/>
              <a:t>4/2/2020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91B068-BE6A-4C82-9505-14C84DEFDB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5702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hyperlink" Target="http://creativecommons.org/licenses/by/4.0/" TargetMode="External"/><Relationship Id="rId2" Type="http://schemas.openxmlformats.org/officeDocument/2006/relationships/hyperlink" Target="http://www.optimus.community/" TargetMode="External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1858963"/>
            <a:ext cx="10515600" cy="1883697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000"/>
            </a:lvl1pPr>
          </a:lstStyle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880884"/>
            <a:ext cx="9144000" cy="18819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s-BO" noProof="0" dirty="0"/>
          </a:p>
        </p:txBody>
      </p:sp>
      <p:sp>
        <p:nvSpPr>
          <p:cNvPr id="7" name="TextBox 6"/>
          <p:cNvSpPr txBox="1"/>
          <p:nvPr/>
        </p:nvSpPr>
        <p:spPr>
          <a:xfrm>
            <a:off x="838199" y="6085489"/>
            <a:ext cx="10515601" cy="163293"/>
          </a:xfrm>
          <a:prstGeom prst="rect">
            <a:avLst/>
          </a:prstGeom>
        </p:spPr>
        <p:txBody>
          <a:bodyPr vert="horz" wrap="square" lIns="91440" tIns="0" rIns="91440" bIns="0" rtlCol="0" anchor="t">
            <a:noAutofit/>
          </a:bodyPr>
          <a:lstStyle/>
          <a:p>
            <a:pPr algn="l" fontAlgn="ctr"/>
            <a:r>
              <a:rPr lang="en-US" sz="1000" dirty="0"/>
              <a:t>This work by </a:t>
            </a:r>
            <a:r>
              <a:rPr lang="en-US" sz="1000" dirty="0" err="1">
                <a:hlinkClick r:id="rId2"/>
              </a:rPr>
              <a:t>OpTIMUS.community</a:t>
            </a:r>
            <a:r>
              <a:rPr lang="en-US" sz="1000" dirty="0"/>
              <a:t> is licensed under the Creative Commons Attribution 4.0 International License. To view a copy of this license, visit </a:t>
            </a:r>
            <a:r>
              <a:rPr lang="en-US" sz="1000" dirty="0">
                <a:hlinkClick r:id="rId3"/>
              </a:rPr>
              <a:t>http://creativecommons.org/licenses/by/4.0/</a:t>
            </a:r>
            <a:r>
              <a:rPr lang="en-US" sz="1000" dirty="0"/>
              <a:t>.</a:t>
            </a:r>
            <a:endParaRPr lang="sv-SE" sz="1000" b="1" spc="-150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8" name="Picture 7">
            <a:hlinkClick r:id="rId3"/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6491" y="6095649"/>
            <a:ext cx="437309" cy="153004"/>
          </a:xfrm>
          <a:prstGeom prst="rect">
            <a:avLst/>
          </a:prstGeom>
        </p:spPr>
      </p:pic>
      <p:sp>
        <p:nvSpPr>
          <p:cNvPr id="9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  <a:cs typeface="Calibri" panose="020F0502020204030204" pitchFamily="34" charset="0"/>
              </a:defRPr>
            </a:lvl1pPr>
          </a:lstStyle>
          <a:p>
            <a:r>
              <a:rPr lang="en-US" smtClean="0"/>
              <a:t>03/2019</a:t>
            </a:r>
            <a:endParaRPr lang="en-GB" dirty="0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85075" y="6356349"/>
            <a:ext cx="7221847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  <a:cs typeface="Calibri" panose="020F0502020204030204" pitchFamily="34" charset="0"/>
              </a:defRPr>
            </a:lvl1pPr>
          </a:lstStyle>
          <a:p>
            <a:pPr>
              <a:defRPr/>
            </a:pPr>
            <a:r>
              <a:rPr lang="en-US"/>
              <a:t>Energy Modelling Platform for Africa – 14-29 January 2019 University of Cape Town (South Africa)</a:t>
            </a:r>
            <a:endParaRPr lang="en-US" dirty="0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  <a:cs typeface="Calibri" panose="020F0502020204030204" pitchFamily="34" charset="0"/>
              </a:defRPr>
            </a:lvl1pPr>
          </a:lstStyle>
          <a:p>
            <a:fld id="{AB23EEE3-DD26-4109-9996-A0F31E800E6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2" name="TextBox 11"/>
          <p:cNvSpPr txBox="1"/>
          <p:nvPr userDrawn="1"/>
        </p:nvSpPr>
        <p:spPr>
          <a:xfrm>
            <a:off x="4687330" y="5257800"/>
            <a:ext cx="1837038" cy="418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133509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03/2019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Energy Modelling Platform for Africa – 14-29 January 2019 University of Cape Town (South Africa)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fld id="{92A4DE5B-D266-47DA-B86B-5B95BCF9A6F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dirty="0"/>
              <a:t>Click to edit Master title 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869781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ngelog and attribu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ontent Placeholder 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64367430"/>
              </p:ext>
            </p:extLst>
          </p:nvPr>
        </p:nvGraphicFramePr>
        <p:xfrm>
          <a:off x="838200" y="1616075"/>
          <a:ext cx="10515601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0083">
                  <a:extLst>
                    <a:ext uri="{9D8B030D-6E8A-4147-A177-3AD203B41FA5}">
                      <a16:colId xmlns:a16="http://schemas.microsoft.com/office/drawing/2014/main" val="46406547"/>
                    </a:ext>
                  </a:extLst>
                </a:gridCol>
                <a:gridCol w="3008506">
                  <a:extLst>
                    <a:ext uri="{9D8B030D-6E8A-4147-A177-3AD203B41FA5}">
                      <a16:colId xmlns:a16="http://schemas.microsoft.com/office/drawing/2014/main" val="2760605769"/>
                    </a:ext>
                  </a:extLst>
                </a:gridCol>
                <a:gridCol w="3008506">
                  <a:extLst>
                    <a:ext uri="{9D8B030D-6E8A-4147-A177-3AD203B41FA5}">
                      <a16:colId xmlns:a16="http://schemas.microsoft.com/office/drawing/2014/main" val="2954716314"/>
                    </a:ext>
                  </a:extLst>
                </a:gridCol>
                <a:gridCol w="3008506">
                  <a:extLst>
                    <a:ext uri="{9D8B030D-6E8A-4147-A177-3AD203B41FA5}">
                      <a16:colId xmlns:a16="http://schemas.microsoft.com/office/drawing/2014/main" val="36649047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Date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Author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Reviewer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Reviser</a:t>
                      </a:r>
                      <a:r>
                        <a:rPr lang="en-US" baseline="0" dirty="0"/>
                        <a:t> </a:t>
                      </a:r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8660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7444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2775028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38200" y="5397500"/>
            <a:ext cx="10515600" cy="851282"/>
          </a:xfrm>
          <a:prstGeom prst="rect">
            <a:avLst/>
          </a:prstGeom>
        </p:spPr>
        <p:txBody>
          <a:bodyPr vert="horz" wrap="square" lIns="91440" tIns="0" rIns="91440" bIns="0" rtlCol="0" anchor="t">
            <a:noAutofit/>
          </a:bodyPr>
          <a:lstStyle/>
          <a:p>
            <a:pPr indent="0"/>
            <a:r>
              <a:rPr lang="sv-SE" i="1" dirty="0"/>
              <a:t>To </a:t>
            </a:r>
            <a:r>
              <a:rPr lang="sv-SE" i="1" dirty="0" err="1"/>
              <a:t>correctly</a:t>
            </a:r>
            <a:r>
              <a:rPr lang="sv-SE" i="1" dirty="0"/>
              <a:t> </a:t>
            </a:r>
            <a:r>
              <a:rPr lang="sv-SE" i="1" dirty="0" err="1"/>
              <a:t>reference</a:t>
            </a:r>
            <a:r>
              <a:rPr lang="sv-SE" i="1" dirty="0"/>
              <a:t> </a:t>
            </a:r>
            <a:r>
              <a:rPr lang="sv-SE" i="1" dirty="0" err="1"/>
              <a:t>this</a:t>
            </a:r>
            <a:r>
              <a:rPr lang="sv-SE" i="1" dirty="0"/>
              <a:t> </a:t>
            </a:r>
            <a:r>
              <a:rPr lang="sv-SE" i="1" dirty="0" err="1"/>
              <a:t>work</a:t>
            </a:r>
            <a:r>
              <a:rPr lang="sv-SE" i="1" dirty="0"/>
              <a:t>, </a:t>
            </a:r>
            <a:r>
              <a:rPr lang="sv-SE" i="1" dirty="0" err="1"/>
              <a:t>please</a:t>
            </a:r>
            <a:r>
              <a:rPr lang="sv-SE" i="1" dirty="0"/>
              <a:t> </a:t>
            </a:r>
            <a:r>
              <a:rPr lang="sv-SE" i="1" dirty="0" err="1"/>
              <a:t>use</a:t>
            </a:r>
            <a:r>
              <a:rPr lang="sv-SE" i="1" dirty="0"/>
              <a:t> the </a:t>
            </a:r>
            <a:r>
              <a:rPr lang="sv-SE" i="1" dirty="0" err="1"/>
              <a:t>following</a:t>
            </a:r>
            <a:r>
              <a:rPr lang="sv-SE" i="1" dirty="0"/>
              <a:t>: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  <a:cs typeface="Calibri" panose="020F0502020204030204" pitchFamily="34" charset="0"/>
              </a:defRPr>
            </a:lvl1pPr>
          </a:lstStyle>
          <a:p>
            <a:r>
              <a:rPr lang="en-US" smtClean="0"/>
              <a:t>03/2019</a:t>
            </a:r>
            <a:endParaRPr lang="en-GB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Energy Modelling Platform for Africa – 14-29 January 2019 University of Cape Town (South Africa)</a:t>
            </a:r>
            <a:endParaRPr lang="fr-FR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  <a:cs typeface="Calibri" panose="020F0502020204030204" pitchFamily="34" charset="0"/>
              </a:defRPr>
            </a:lvl1pPr>
          </a:lstStyle>
          <a:p>
            <a:fld id="{AB23EEE3-DD26-4109-9996-A0F31E800E6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Title Placeholder 1"/>
          <p:cNvSpPr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dirty="0"/>
              <a:t>Click to edit Master title 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30498474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2116475" y="371779"/>
            <a:ext cx="9226296" cy="669507"/>
          </a:xfrm>
          <a:prstGeom prst="rect">
            <a:avLst/>
          </a:prstGeom>
        </p:spPr>
        <p:txBody>
          <a:bodyPr/>
          <a:lstStyle/>
          <a:p>
            <a:r>
              <a:rPr lang="en-US" noProof="0" dirty="0"/>
              <a:t>Click to edit Master title style</a:t>
            </a:r>
            <a:endParaRPr lang="es-BO" noProof="0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3" hasCustomPrompt="1"/>
          </p:nvPr>
        </p:nvSpPr>
        <p:spPr>
          <a:xfrm>
            <a:off x="2116474" y="1051561"/>
            <a:ext cx="9227051" cy="398776"/>
          </a:xfrm>
        </p:spPr>
        <p:txBody>
          <a:bodyPr tIns="0" bIns="0"/>
          <a:lstStyle>
            <a:lvl1pPr marL="914400" indent="0">
              <a:defRPr b="1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s-BO" noProof="0" dirty="0" err="1"/>
              <a:t>Edit</a:t>
            </a:r>
            <a:r>
              <a:rPr lang="es-BO" noProof="0" dirty="0"/>
              <a:t> Master </a:t>
            </a:r>
            <a:r>
              <a:rPr lang="es-BO" noProof="0" dirty="0" err="1"/>
              <a:t>Subtitle</a:t>
            </a:r>
            <a:r>
              <a:rPr lang="es-BO" noProof="0" dirty="0"/>
              <a:t> </a:t>
            </a:r>
            <a:r>
              <a:rPr lang="es-BO" noProof="0" dirty="0" err="1"/>
              <a:t>style</a:t>
            </a:r>
            <a:endParaRPr lang="es-BO" noProof="0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03/2019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Energy Modelling Platform for Africa – 14-29 January 2019 University of Cape Town (South Africa)</a:t>
            </a: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fld id="{92A4DE5B-D266-47DA-B86B-5B95BCF9A6F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05304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 algn="l">
              <a:defRPr sz="6000"/>
            </a:lvl1pPr>
          </a:lstStyle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03/2019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Energy Modelling Platform for Africa – 14-29 January 2019 University of Cape Town (South Africa)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fld id="{92A4DE5B-D266-47DA-B86B-5B95BCF9A6F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16119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18488"/>
            <a:ext cx="5181600" cy="4579112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18488"/>
            <a:ext cx="5181600" cy="4579112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03/2019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Energy Modelling Platform for Africa – 14-29 January 2019 University of Cape Town (South Africa)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fld id="{92A4DE5B-D266-47DA-B86B-5B95BCF9A6F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1" name="Title Placeholder 1"/>
          <p:cNvSpPr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dirty="0"/>
              <a:t>Click to edit Master title 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15634367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18488"/>
            <a:ext cx="5181600" cy="4579112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18488"/>
            <a:ext cx="5181600" cy="4579112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2116475" y="371779"/>
            <a:ext cx="9226296" cy="669507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9" name="Content Placeholder 13"/>
          <p:cNvSpPr>
            <a:spLocks noGrp="1"/>
          </p:cNvSpPr>
          <p:nvPr>
            <p:ph sz="quarter" idx="13" hasCustomPrompt="1"/>
          </p:nvPr>
        </p:nvSpPr>
        <p:spPr>
          <a:xfrm>
            <a:off x="2116474" y="1051561"/>
            <a:ext cx="9237325" cy="398776"/>
          </a:xfrm>
        </p:spPr>
        <p:txBody>
          <a:bodyPr tIns="0" bIns="0"/>
          <a:lstStyle>
            <a:lvl1pPr marL="914400" indent="0">
              <a:defRPr b="1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s-BO" noProof="0" dirty="0" err="1"/>
              <a:t>Edit</a:t>
            </a:r>
            <a:r>
              <a:rPr lang="es-BO" noProof="0" dirty="0"/>
              <a:t> Master </a:t>
            </a:r>
            <a:r>
              <a:rPr lang="es-BO" noProof="0" dirty="0" err="1"/>
              <a:t>Subtitle</a:t>
            </a:r>
            <a:r>
              <a:rPr lang="es-BO" noProof="0" dirty="0"/>
              <a:t> </a:t>
            </a:r>
            <a:r>
              <a:rPr lang="es-BO" noProof="0" dirty="0" err="1"/>
              <a:t>style</a:t>
            </a:r>
            <a:endParaRPr lang="es-BO" noProof="0" dirty="0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03/2019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Energy Modelling Platform for Africa – 14-29 January 2019 University of Cape Town (South Africa)</a:t>
            </a:r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fld id="{92A4DE5B-D266-47DA-B86B-5B95BCF9A6F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90145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18488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609087"/>
            <a:ext cx="5157787" cy="3580576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18488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609087"/>
            <a:ext cx="5183188" cy="3580576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03/2019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Energy Modelling Platform for Africa – 14-29 January 2019 University of Cape Town (South Africa)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fld id="{92A4DE5B-D266-47DA-B86B-5B95BCF9A6F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4" name="Title Placeholder 1"/>
          <p:cNvSpPr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dirty="0"/>
              <a:t>Click to edit Master title 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24193044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03/2019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Energy Modelling Platform for Africa – 14-29 January 2019 University of Cape Town (South Africa)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fld id="{92A4DE5B-D266-47DA-B86B-5B95BCF9A6F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dirty="0"/>
              <a:t>Click to edit Master title 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33677849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03/2019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Energy Modelling Platform for Africa – 14-29 January 2019 University of Cape Town (South Africa)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fld id="{CB54FD95-88D0-4DB5-B651-B4B585AE496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93504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18488"/>
            <a:ext cx="3932237" cy="1424056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618488"/>
            <a:ext cx="6172200" cy="451561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3162300"/>
            <a:ext cx="3932237" cy="29718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03/2019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Energy Modelling Platform for Africa – 14-29 January 2019 University of Cape Town (South Africa)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fld id="{92A4DE5B-D266-47DA-B86B-5B95BCF9A6F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35976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18488"/>
            <a:ext cx="3932237" cy="1426464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1618488"/>
            <a:ext cx="6172200" cy="451561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9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3162300"/>
            <a:ext cx="3932237" cy="29718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03/2019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Energy Modelling Platform for Africa – 14-29 January 2019 University of Cape Town (South Africa)</a:t>
            </a: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fld id="{92A4DE5B-D266-47DA-B86B-5B95BCF9A6F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46731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03/2019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Energy Modelling Platform for Africa – 14-29 January 2019 University of Cape Town (South Africa)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fld id="{92A4DE5B-D266-47DA-B86B-5B95BCF9A6F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dirty="0"/>
              <a:t>Click to edit Master title 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41331535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03/2019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Energy Modelling Platform for Africa – 14-29 January 2019 University of Cape Town (South Africa)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fld id="{92A4DE5B-D266-47DA-B86B-5B95BCF9A6F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96161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03/2019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Energy Modelling Platform for Africa – 14-29 January 2019 University of Cape Town (South Africa)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4DE5B-D266-47DA-B86B-5B95BCF9A6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5" name="Grupp 28"/>
          <p:cNvGrpSpPr/>
          <p:nvPr/>
        </p:nvGrpSpPr>
        <p:grpSpPr>
          <a:xfrm>
            <a:off x="839972" y="364809"/>
            <a:ext cx="10513828" cy="5859118"/>
            <a:chOff x="0" y="2049787"/>
            <a:chExt cx="9144000" cy="3091924"/>
          </a:xfrm>
        </p:grpSpPr>
        <p:sp>
          <p:nvSpPr>
            <p:cNvPr id="6" name="Rektangel 13"/>
            <p:cNvSpPr/>
            <p:nvPr/>
          </p:nvSpPr>
          <p:spPr bwMode="gray">
            <a:xfrm>
              <a:off x="0" y="2049787"/>
              <a:ext cx="9144000" cy="3091924"/>
            </a:xfrm>
            <a:prstGeom prst="rect">
              <a:avLst/>
            </a:prstGeom>
            <a:solidFill>
              <a:srgbClr val="1954A6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l" defTabSz="91395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7" name="Grupp 22"/>
            <p:cNvGrpSpPr/>
            <p:nvPr/>
          </p:nvGrpSpPr>
          <p:grpSpPr>
            <a:xfrm>
              <a:off x="0" y="3282722"/>
              <a:ext cx="9144000" cy="1514670"/>
              <a:chOff x="900907" y="2781178"/>
              <a:chExt cx="9144000" cy="1514670"/>
            </a:xfrm>
          </p:grpSpPr>
          <p:sp>
            <p:nvSpPr>
              <p:cNvPr id="8" name="Rektangel 4"/>
              <p:cNvSpPr/>
              <p:nvPr/>
            </p:nvSpPr>
            <p:spPr>
              <a:xfrm>
                <a:off x="900907" y="3979937"/>
                <a:ext cx="9144000" cy="252412"/>
              </a:xfrm>
              <a:custGeom>
                <a:avLst/>
                <a:gdLst/>
                <a:ahLst/>
                <a:cxnLst/>
                <a:rect l="l" t="t" r="r" b="b"/>
                <a:pathLst>
                  <a:path w="9144000" h="252412">
                    <a:moveTo>
                      <a:pt x="1395140" y="0"/>
                    </a:moveTo>
                    <a:cubicBezTo>
                      <a:pt x="7995403" y="0"/>
                      <a:pt x="7995403" y="0"/>
                      <a:pt x="7995403" y="0"/>
                    </a:cubicBezTo>
                    <a:cubicBezTo>
                      <a:pt x="8024494" y="0"/>
                      <a:pt x="8046740" y="22171"/>
                      <a:pt x="8046740" y="51165"/>
                    </a:cubicBezTo>
                    <a:cubicBezTo>
                      <a:pt x="8046740" y="201248"/>
                      <a:pt x="8046740" y="201248"/>
                      <a:pt x="8046740" y="201248"/>
                    </a:cubicBezTo>
                    <a:cubicBezTo>
                      <a:pt x="8046740" y="225124"/>
                      <a:pt x="8067275" y="245590"/>
                      <a:pt x="8091233" y="245590"/>
                    </a:cubicBezTo>
                    <a:cubicBezTo>
                      <a:pt x="8497615" y="245590"/>
                      <a:pt x="8845755" y="245590"/>
                      <a:pt x="9144000" y="245590"/>
                    </a:cubicBezTo>
                    <a:lnTo>
                      <a:pt x="9144000" y="252412"/>
                    </a:lnTo>
                    <a:cubicBezTo>
                      <a:pt x="8091233" y="252412"/>
                      <a:pt x="8091233" y="252412"/>
                      <a:pt x="8091233" y="252412"/>
                    </a:cubicBezTo>
                    <a:cubicBezTo>
                      <a:pt x="8063853" y="252412"/>
                      <a:pt x="8039895" y="228535"/>
                      <a:pt x="8039895" y="201248"/>
                    </a:cubicBezTo>
                    <a:cubicBezTo>
                      <a:pt x="8039895" y="51165"/>
                      <a:pt x="8039895" y="51165"/>
                      <a:pt x="8039895" y="51165"/>
                    </a:cubicBezTo>
                    <a:cubicBezTo>
                      <a:pt x="8039895" y="27288"/>
                      <a:pt x="8019361" y="6822"/>
                      <a:pt x="7995403" y="6822"/>
                    </a:cubicBezTo>
                    <a:cubicBezTo>
                      <a:pt x="1395140" y="6822"/>
                      <a:pt x="1395140" y="6822"/>
                      <a:pt x="1395140" y="6822"/>
                    </a:cubicBezTo>
                    <a:cubicBezTo>
                      <a:pt x="1371183" y="6822"/>
                      <a:pt x="1350648" y="27288"/>
                      <a:pt x="1350648" y="51165"/>
                    </a:cubicBezTo>
                    <a:cubicBezTo>
                      <a:pt x="1350648" y="197837"/>
                      <a:pt x="1350648" y="197837"/>
                      <a:pt x="1350648" y="197837"/>
                    </a:cubicBezTo>
                    <a:cubicBezTo>
                      <a:pt x="1350648" y="226830"/>
                      <a:pt x="1328402" y="249001"/>
                      <a:pt x="1299311" y="249001"/>
                    </a:cubicBezTo>
                    <a:cubicBezTo>
                      <a:pt x="796791" y="249001"/>
                      <a:pt x="367217" y="249001"/>
                      <a:pt x="0" y="249001"/>
                    </a:cubicBezTo>
                    <a:lnTo>
                      <a:pt x="0" y="242179"/>
                    </a:lnTo>
                    <a:cubicBezTo>
                      <a:pt x="1299311" y="242179"/>
                      <a:pt x="1299311" y="242179"/>
                      <a:pt x="1299311" y="242179"/>
                    </a:cubicBezTo>
                    <a:cubicBezTo>
                      <a:pt x="1324979" y="242179"/>
                      <a:pt x="1343803" y="223419"/>
                      <a:pt x="1343803" y="197837"/>
                    </a:cubicBezTo>
                    <a:cubicBezTo>
                      <a:pt x="1343803" y="51165"/>
                      <a:pt x="1343803" y="51165"/>
                      <a:pt x="1343803" y="51165"/>
                    </a:cubicBezTo>
                    <a:cubicBezTo>
                      <a:pt x="1343803" y="22171"/>
                      <a:pt x="1367761" y="0"/>
                      <a:pt x="1395140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sv-S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9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v-SE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9" name="Rektangel 10"/>
              <p:cNvSpPr/>
              <p:nvPr/>
            </p:nvSpPr>
            <p:spPr>
              <a:xfrm>
                <a:off x="900907" y="2841700"/>
                <a:ext cx="9144000" cy="840441"/>
              </a:xfrm>
              <a:custGeom>
                <a:avLst/>
                <a:gdLst/>
                <a:ahLst/>
                <a:cxnLst/>
                <a:rect l="l" t="t" r="r" b="b"/>
                <a:pathLst>
                  <a:path w="9144000" h="840441">
                    <a:moveTo>
                      <a:pt x="7625775" y="0"/>
                    </a:moveTo>
                    <a:cubicBezTo>
                      <a:pt x="8520853" y="0"/>
                      <a:pt x="8943978" y="0"/>
                      <a:pt x="9144000" y="0"/>
                    </a:cubicBezTo>
                    <a:lnTo>
                      <a:pt x="9144000" y="6847"/>
                    </a:lnTo>
                    <a:cubicBezTo>
                      <a:pt x="7625775" y="6847"/>
                      <a:pt x="7625775" y="6847"/>
                      <a:pt x="7625775" y="6847"/>
                    </a:cubicBezTo>
                    <a:cubicBezTo>
                      <a:pt x="7600106" y="6847"/>
                      <a:pt x="7581282" y="27387"/>
                      <a:pt x="7581282" y="51351"/>
                    </a:cubicBezTo>
                    <a:cubicBezTo>
                      <a:pt x="7581282" y="534048"/>
                      <a:pt x="7581282" y="534048"/>
                      <a:pt x="7581282" y="534048"/>
                    </a:cubicBezTo>
                    <a:cubicBezTo>
                      <a:pt x="7581282" y="561435"/>
                      <a:pt x="7557325" y="585399"/>
                      <a:pt x="7529945" y="585399"/>
                    </a:cubicBezTo>
                    <a:cubicBezTo>
                      <a:pt x="6551114" y="585399"/>
                      <a:pt x="6551114" y="585399"/>
                      <a:pt x="6551114" y="585399"/>
                    </a:cubicBezTo>
                    <a:cubicBezTo>
                      <a:pt x="6523734" y="585399"/>
                      <a:pt x="6499777" y="561435"/>
                      <a:pt x="6499777" y="534048"/>
                    </a:cubicBezTo>
                    <a:cubicBezTo>
                      <a:pt x="6499777" y="371437"/>
                      <a:pt x="6499777" y="371437"/>
                      <a:pt x="6499777" y="371437"/>
                    </a:cubicBezTo>
                    <a:cubicBezTo>
                      <a:pt x="6499777" y="345762"/>
                      <a:pt x="6480953" y="326933"/>
                      <a:pt x="6455285" y="326933"/>
                    </a:cubicBezTo>
                    <a:cubicBezTo>
                      <a:pt x="3746388" y="326933"/>
                      <a:pt x="3746388" y="326933"/>
                      <a:pt x="3746388" y="326933"/>
                    </a:cubicBezTo>
                    <a:cubicBezTo>
                      <a:pt x="3720719" y="326933"/>
                      <a:pt x="3701896" y="345762"/>
                      <a:pt x="3701896" y="371437"/>
                    </a:cubicBezTo>
                    <a:cubicBezTo>
                      <a:pt x="3701896" y="789090"/>
                      <a:pt x="3701896" y="789090"/>
                      <a:pt x="3701896" y="789090"/>
                    </a:cubicBezTo>
                    <a:cubicBezTo>
                      <a:pt x="3701896" y="816477"/>
                      <a:pt x="3677938" y="840441"/>
                      <a:pt x="3650558" y="840441"/>
                    </a:cubicBezTo>
                    <a:cubicBezTo>
                      <a:pt x="1088828" y="840441"/>
                      <a:pt x="1088828" y="840441"/>
                      <a:pt x="1088828" y="840441"/>
                    </a:cubicBezTo>
                    <a:cubicBezTo>
                      <a:pt x="1059737" y="840441"/>
                      <a:pt x="1037491" y="816477"/>
                      <a:pt x="1037491" y="789090"/>
                    </a:cubicBezTo>
                    <a:cubicBezTo>
                      <a:pt x="1037491" y="65044"/>
                      <a:pt x="1037491" y="65044"/>
                      <a:pt x="1037491" y="65044"/>
                    </a:cubicBezTo>
                    <a:cubicBezTo>
                      <a:pt x="1037491" y="41081"/>
                      <a:pt x="1016956" y="20540"/>
                      <a:pt x="992998" y="20540"/>
                    </a:cubicBezTo>
                    <a:cubicBezTo>
                      <a:pt x="542461" y="20540"/>
                      <a:pt x="224457" y="20540"/>
                      <a:pt x="0" y="20540"/>
                    </a:cubicBezTo>
                    <a:lnTo>
                      <a:pt x="0" y="13694"/>
                    </a:lnTo>
                    <a:cubicBezTo>
                      <a:pt x="992998" y="13694"/>
                      <a:pt x="992998" y="13694"/>
                      <a:pt x="992998" y="13694"/>
                    </a:cubicBezTo>
                    <a:cubicBezTo>
                      <a:pt x="1020378" y="13694"/>
                      <a:pt x="1044336" y="37657"/>
                      <a:pt x="1044336" y="65044"/>
                    </a:cubicBezTo>
                    <a:cubicBezTo>
                      <a:pt x="1044336" y="789090"/>
                      <a:pt x="1044336" y="789090"/>
                      <a:pt x="1044336" y="789090"/>
                    </a:cubicBezTo>
                    <a:cubicBezTo>
                      <a:pt x="1044336" y="813054"/>
                      <a:pt x="1063159" y="833594"/>
                      <a:pt x="1088828" y="833594"/>
                    </a:cubicBezTo>
                    <a:cubicBezTo>
                      <a:pt x="3650558" y="833594"/>
                      <a:pt x="3650558" y="833594"/>
                      <a:pt x="3650558" y="833594"/>
                    </a:cubicBezTo>
                    <a:cubicBezTo>
                      <a:pt x="3674516" y="833594"/>
                      <a:pt x="3695051" y="813054"/>
                      <a:pt x="3695051" y="789090"/>
                    </a:cubicBezTo>
                    <a:cubicBezTo>
                      <a:pt x="3695051" y="371437"/>
                      <a:pt x="3695051" y="371437"/>
                      <a:pt x="3695051" y="371437"/>
                    </a:cubicBezTo>
                    <a:cubicBezTo>
                      <a:pt x="3695051" y="342339"/>
                      <a:pt x="3717297" y="320087"/>
                      <a:pt x="3746388" y="320087"/>
                    </a:cubicBezTo>
                    <a:cubicBezTo>
                      <a:pt x="6455285" y="320087"/>
                      <a:pt x="6455285" y="320087"/>
                      <a:pt x="6455285" y="320087"/>
                    </a:cubicBezTo>
                    <a:cubicBezTo>
                      <a:pt x="6484376" y="320087"/>
                      <a:pt x="6506622" y="342339"/>
                      <a:pt x="6506622" y="371437"/>
                    </a:cubicBezTo>
                    <a:cubicBezTo>
                      <a:pt x="6506622" y="534048"/>
                      <a:pt x="6506622" y="534048"/>
                      <a:pt x="6506622" y="534048"/>
                    </a:cubicBezTo>
                    <a:cubicBezTo>
                      <a:pt x="6506622" y="558012"/>
                      <a:pt x="6527157" y="578552"/>
                      <a:pt x="6551114" y="578552"/>
                    </a:cubicBezTo>
                    <a:cubicBezTo>
                      <a:pt x="7529945" y="578552"/>
                      <a:pt x="7529945" y="578552"/>
                      <a:pt x="7529945" y="578552"/>
                    </a:cubicBezTo>
                    <a:cubicBezTo>
                      <a:pt x="7553903" y="578552"/>
                      <a:pt x="7574437" y="558012"/>
                      <a:pt x="7574437" y="534048"/>
                    </a:cubicBezTo>
                    <a:cubicBezTo>
                      <a:pt x="7574437" y="51351"/>
                      <a:pt x="7574437" y="51351"/>
                      <a:pt x="7574437" y="51351"/>
                    </a:cubicBezTo>
                    <a:cubicBezTo>
                      <a:pt x="7574437" y="23964"/>
                      <a:pt x="7596684" y="0"/>
                      <a:pt x="7625775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sv-S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9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v-SE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0" name="Rektangel 11"/>
              <p:cNvSpPr/>
              <p:nvPr/>
            </p:nvSpPr>
            <p:spPr>
              <a:xfrm>
                <a:off x="900907" y="2781178"/>
                <a:ext cx="9144000" cy="900963"/>
              </a:xfrm>
              <a:custGeom>
                <a:avLst/>
                <a:gdLst/>
                <a:ahLst/>
                <a:cxnLst/>
                <a:rect l="l" t="t" r="r" b="b"/>
                <a:pathLst>
                  <a:path w="9144000" h="922337">
                    <a:moveTo>
                      <a:pt x="5562016" y="0"/>
                    </a:moveTo>
                    <a:cubicBezTo>
                      <a:pt x="6735929" y="0"/>
                      <a:pt x="6735929" y="0"/>
                      <a:pt x="6735929" y="0"/>
                    </a:cubicBezTo>
                    <a:cubicBezTo>
                      <a:pt x="6765020" y="0"/>
                      <a:pt x="6787266" y="22246"/>
                      <a:pt x="6787266" y="51336"/>
                    </a:cubicBezTo>
                    <a:cubicBezTo>
                      <a:pt x="6787266" y="658812"/>
                      <a:pt x="6787266" y="658812"/>
                      <a:pt x="6787266" y="658812"/>
                    </a:cubicBezTo>
                    <a:cubicBezTo>
                      <a:pt x="6787266" y="684480"/>
                      <a:pt x="6807801" y="703303"/>
                      <a:pt x="6831758" y="703303"/>
                    </a:cubicBezTo>
                    <a:cubicBezTo>
                      <a:pt x="8616584" y="703303"/>
                      <a:pt x="8616584" y="703303"/>
                      <a:pt x="8616584" y="703303"/>
                    </a:cubicBezTo>
                    <a:cubicBezTo>
                      <a:pt x="8640542" y="703303"/>
                      <a:pt x="8661077" y="684480"/>
                      <a:pt x="8661077" y="658812"/>
                    </a:cubicBezTo>
                    <a:cubicBezTo>
                      <a:pt x="8661077" y="193366"/>
                      <a:pt x="8661077" y="193366"/>
                      <a:pt x="8661077" y="193366"/>
                    </a:cubicBezTo>
                    <a:cubicBezTo>
                      <a:pt x="8661077" y="165987"/>
                      <a:pt x="8683323" y="142030"/>
                      <a:pt x="8712414" y="142030"/>
                    </a:cubicBezTo>
                    <a:cubicBezTo>
                      <a:pt x="8866788" y="142030"/>
                      <a:pt x="9010400" y="142030"/>
                      <a:pt x="9144000" y="142030"/>
                    </a:cubicBezTo>
                    <a:lnTo>
                      <a:pt x="9144000" y="148875"/>
                    </a:lnTo>
                    <a:cubicBezTo>
                      <a:pt x="8712414" y="148875"/>
                      <a:pt x="8712414" y="148875"/>
                      <a:pt x="8712414" y="148875"/>
                    </a:cubicBezTo>
                    <a:cubicBezTo>
                      <a:pt x="8686745" y="148875"/>
                      <a:pt x="8667922" y="169409"/>
                      <a:pt x="8667922" y="193366"/>
                    </a:cubicBezTo>
                    <a:cubicBezTo>
                      <a:pt x="8667922" y="658812"/>
                      <a:pt x="8667922" y="658812"/>
                      <a:pt x="8667922" y="658812"/>
                    </a:cubicBezTo>
                    <a:cubicBezTo>
                      <a:pt x="8667922" y="687903"/>
                      <a:pt x="8643964" y="710148"/>
                      <a:pt x="8616584" y="710148"/>
                    </a:cubicBezTo>
                    <a:cubicBezTo>
                      <a:pt x="6831758" y="710148"/>
                      <a:pt x="6831758" y="710148"/>
                      <a:pt x="6831758" y="710148"/>
                    </a:cubicBezTo>
                    <a:cubicBezTo>
                      <a:pt x="6804378" y="710148"/>
                      <a:pt x="6780421" y="687903"/>
                      <a:pt x="6780421" y="658812"/>
                    </a:cubicBezTo>
                    <a:cubicBezTo>
                      <a:pt x="6780421" y="51336"/>
                      <a:pt x="6780421" y="51336"/>
                      <a:pt x="6780421" y="51336"/>
                    </a:cubicBezTo>
                    <a:cubicBezTo>
                      <a:pt x="6780421" y="27379"/>
                      <a:pt x="6761597" y="6845"/>
                      <a:pt x="6735929" y="6845"/>
                    </a:cubicBezTo>
                    <a:cubicBezTo>
                      <a:pt x="5562016" y="6845"/>
                      <a:pt x="5562016" y="6845"/>
                      <a:pt x="5562016" y="6845"/>
                    </a:cubicBezTo>
                    <a:cubicBezTo>
                      <a:pt x="5538059" y="6845"/>
                      <a:pt x="5517524" y="27379"/>
                      <a:pt x="5517524" y="51336"/>
                    </a:cubicBezTo>
                    <a:cubicBezTo>
                      <a:pt x="5517524" y="773463"/>
                      <a:pt x="5517524" y="773463"/>
                      <a:pt x="5517524" y="773463"/>
                    </a:cubicBezTo>
                    <a:cubicBezTo>
                      <a:pt x="5517524" y="802553"/>
                      <a:pt x="5495278" y="824799"/>
                      <a:pt x="5467898" y="824799"/>
                    </a:cubicBezTo>
                    <a:cubicBezTo>
                      <a:pt x="1906802" y="824799"/>
                      <a:pt x="1906802" y="824799"/>
                      <a:pt x="1906802" y="824799"/>
                    </a:cubicBezTo>
                    <a:cubicBezTo>
                      <a:pt x="1879422" y="824799"/>
                      <a:pt x="1855465" y="802553"/>
                      <a:pt x="1855465" y="773463"/>
                    </a:cubicBezTo>
                    <a:cubicBezTo>
                      <a:pt x="1855465" y="662235"/>
                      <a:pt x="1855465" y="662235"/>
                      <a:pt x="1855465" y="662235"/>
                    </a:cubicBezTo>
                    <a:cubicBezTo>
                      <a:pt x="1855465" y="636567"/>
                      <a:pt x="1834930" y="617743"/>
                      <a:pt x="1810972" y="617743"/>
                    </a:cubicBezTo>
                    <a:cubicBezTo>
                      <a:pt x="1295888" y="617743"/>
                      <a:pt x="1295888" y="617743"/>
                      <a:pt x="1295888" y="617743"/>
                    </a:cubicBezTo>
                    <a:cubicBezTo>
                      <a:pt x="1271931" y="617743"/>
                      <a:pt x="1253107" y="636567"/>
                      <a:pt x="1253107" y="662235"/>
                    </a:cubicBezTo>
                    <a:cubicBezTo>
                      <a:pt x="1253107" y="871001"/>
                      <a:pt x="1253107" y="871001"/>
                      <a:pt x="1253107" y="871001"/>
                    </a:cubicBezTo>
                    <a:cubicBezTo>
                      <a:pt x="1253107" y="898380"/>
                      <a:pt x="1229150" y="922337"/>
                      <a:pt x="1201770" y="922337"/>
                    </a:cubicBezTo>
                    <a:cubicBezTo>
                      <a:pt x="782516" y="922337"/>
                      <a:pt x="782516" y="922337"/>
                      <a:pt x="782516" y="922337"/>
                    </a:cubicBezTo>
                    <a:cubicBezTo>
                      <a:pt x="755136" y="922337"/>
                      <a:pt x="731178" y="898380"/>
                      <a:pt x="731178" y="871001"/>
                    </a:cubicBezTo>
                    <a:cubicBezTo>
                      <a:pt x="731178" y="564696"/>
                      <a:pt x="731178" y="564696"/>
                      <a:pt x="731178" y="564696"/>
                    </a:cubicBezTo>
                    <a:cubicBezTo>
                      <a:pt x="731178" y="540739"/>
                      <a:pt x="712355" y="520205"/>
                      <a:pt x="688397" y="520205"/>
                    </a:cubicBezTo>
                    <a:cubicBezTo>
                      <a:pt x="412149" y="520205"/>
                      <a:pt x="185673" y="520205"/>
                      <a:pt x="0" y="520205"/>
                    </a:cubicBezTo>
                    <a:lnTo>
                      <a:pt x="0" y="513360"/>
                    </a:lnTo>
                    <a:cubicBezTo>
                      <a:pt x="688397" y="513360"/>
                      <a:pt x="688397" y="513360"/>
                      <a:pt x="688397" y="513360"/>
                    </a:cubicBezTo>
                    <a:cubicBezTo>
                      <a:pt x="715777" y="513360"/>
                      <a:pt x="738023" y="535606"/>
                      <a:pt x="738023" y="564696"/>
                    </a:cubicBezTo>
                    <a:cubicBezTo>
                      <a:pt x="738023" y="871001"/>
                      <a:pt x="738023" y="871001"/>
                      <a:pt x="738023" y="871001"/>
                    </a:cubicBezTo>
                    <a:cubicBezTo>
                      <a:pt x="738023" y="894958"/>
                      <a:pt x="758558" y="915492"/>
                      <a:pt x="782516" y="915492"/>
                    </a:cubicBezTo>
                    <a:cubicBezTo>
                      <a:pt x="1201770" y="915492"/>
                      <a:pt x="1201770" y="915492"/>
                      <a:pt x="1201770" y="915492"/>
                    </a:cubicBezTo>
                    <a:cubicBezTo>
                      <a:pt x="1225727" y="915492"/>
                      <a:pt x="1246262" y="894958"/>
                      <a:pt x="1246262" y="871001"/>
                    </a:cubicBezTo>
                    <a:cubicBezTo>
                      <a:pt x="1246262" y="662235"/>
                      <a:pt x="1246262" y="662235"/>
                      <a:pt x="1246262" y="662235"/>
                    </a:cubicBezTo>
                    <a:cubicBezTo>
                      <a:pt x="1246262" y="633144"/>
                      <a:pt x="1268508" y="610899"/>
                      <a:pt x="1295888" y="610899"/>
                    </a:cubicBezTo>
                    <a:cubicBezTo>
                      <a:pt x="1810972" y="610899"/>
                      <a:pt x="1810972" y="610899"/>
                      <a:pt x="1810972" y="610899"/>
                    </a:cubicBezTo>
                    <a:cubicBezTo>
                      <a:pt x="1840064" y="610899"/>
                      <a:pt x="1862310" y="633144"/>
                      <a:pt x="1862310" y="662235"/>
                    </a:cubicBezTo>
                    <a:cubicBezTo>
                      <a:pt x="1862310" y="773463"/>
                      <a:pt x="1862310" y="773463"/>
                      <a:pt x="1862310" y="773463"/>
                    </a:cubicBezTo>
                    <a:cubicBezTo>
                      <a:pt x="1862310" y="799131"/>
                      <a:pt x="1882845" y="817954"/>
                      <a:pt x="1906802" y="817954"/>
                    </a:cubicBezTo>
                    <a:cubicBezTo>
                      <a:pt x="5467898" y="817954"/>
                      <a:pt x="5467898" y="817954"/>
                      <a:pt x="5467898" y="817954"/>
                    </a:cubicBezTo>
                    <a:cubicBezTo>
                      <a:pt x="5491855" y="817954"/>
                      <a:pt x="5510679" y="799131"/>
                      <a:pt x="5510679" y="773463"/>
                    </a:cubicBezTo>
                    <a:cubicBezTo>
                      <a:pt x="5510679" y="51336"/>
                      <a:pt x="5510679" y="51336"/>
                      <a:pt x="5510679" y="51336"/>
                    </a:cubicBezTo>
                    <a:cubicBezTo>
                      <a:pt x="5510679" y="22246"/>
                      <a:pt x="5534636" y="0"/>
                      <a:pt x="5562016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sv-S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9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v-SE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1" name="Rektangel 12"/>
              <p:cNvSpPr/>
              <p:nvPr/>
            </p:nvSpPr>
            <p:spPr>
              <a:xfrm>
                <a:off x="900907" y="2950674"/>
                <a:ext cx="9144000" cy="1345174"/>
              </a:xfrm>
              <a:custGeom>
                <a:avLst/>
                <a:gdLst/>
                <a:ahLst/>
                <a:cxnLst/>
                <a:rect l="l" t="t" r="r" b="b"/>
                <a:pathLst>
                  <a:path w="9144000" h="1536700">
                    <a:moveTo>
                      <a:pt x="2822317" y="0"/>
                    </a:moveTo>
                    <a:cubicBezTo>
                      <a:pt x="5028108" y="0"/>
                      <a:pt x="5028108" y="0"/>
                      <a:pt x="5028108" y="0"/>
                    </a:cubicBezTo>
                    <a:cubicBezTo>
                      <a:pt x="5055488" y="0"/>
                      <a:pt x="5079446" y="22246"/>
                      <a:pt x="5079446" y="51338"/>
                    </a:cubicBezTo>
                    <a:cubicBezTo>
                      <a:pt x="5079446" y="884715"/>
                      <a:pt x="5079446" y="884715"/>
                      <a:pt x="5079446" y="884715"/>
                    </a:cubicBezTo>
                    <a:cubicBezTo>
                      <a:pt x="5079446" y="908672"/>
                      <a:pt x="5098269" y="929207"/>
                      <a:pt x="5123938" y="929207"/>
                    </a:cubicBezTo>
                    <a:cubicBezTo>
                      <a:pt x="5734852" y="929207"/>
                      <a:pt x="5734852" y="929207"/>
                      <a:pt x="5734852" y="929207"/>
                    </a:cubicBezTo>
                    <a:cubicBezTo>
                      <a:pt x="5760520" y="929207"/>
                      <a:pt x="5779344" y="908672"/>
                      <a:pt x="5779344" y="884715"/>
                    </a:cubicBezTo>
                    <a:cubicBezTo>
                      <a:pt x="5779344" y="352517"/>
                      <a:pt x="5779344" y="352517"/>
                      <a:pt x="5779344" y="352517"/>
                    </a:cubicBezTo>
                    <a:cubicBezTo>
                      <a:pt x="5779344" y="323426"/>
                      <a:pt x="5803301" y="301180"/>
                      <a:pt x="5830681" y="301180"/>
                    </a:cubicBezTo>
                    <a:cubicBezTo>
                      <a:pt x="7452939" y="301180"/>
                      <a:pt x="7452939" y="301180"/>
                      <a:pt x="7452939" y="301180"/>
                    </a:cubicBezTo>
                    <a:cubicBezTo>
                      <a:pt x="7480319" y="301180"/>
                      <a:pt x="7502565" y="323426"/>
                      <a:pt x="7502565" y="352517"/>
                    </a:cubicBezTo>
                    <a:cubicBezTo>
                      <a:pt x="7502565" y="1485363"/>
                      <a:pt x="7502565" y="1485363"/>
                      <a:pt x="7502565" y="1485363"/>
                    </a:cubicBezTo>
                    <a:cubicBezTo>
                      <a:pt x="7502565" y="1509320"/>
                      <a:pt x="7523100" y="1529855"/>
                      <a:pt x="7547058" y="1529855"/>
                    </a:cubicBezTo>
                    <a:cubicBezTo>
                      <a:pt x="8799687" y="1529855"/>
                      <a:pt x="8799687" y="1529855"/>
                      <a:pt x="8799687" y="1529855"/>
                    </a:cubicBezTo>
                    <a:cubicBezTo>
                      <a:pt x="8823645" y="1529855"/>
                      <a:pt x="8844180" y="1509320"/>
                      <a:pt x="8844180" y="1485363"/>
                    </a:cubicBezTo>
                    <a:cubicBezTo>
                      <a:pt x="8844180" y="966855"/>
                      <a:pt x="8844180" y="966855"/>
                      <a:pt x="8844180" y="966855"/>
                    </a:cubicBezTo>
                    <a:cubicBezTo>
                      <a:pt x="8844180" y="937764"/>
                      <a:pt x="8866426" y="915517"/>
                      <a:pt x="8895517" y="915517"/>
                    </a:cubicBezTo>
                    <a:cubicBezTo>
                      <a:pt x="8981972" y="915517"/>
                      <a:pt x="9064748" y="915517"/>
                      <a:pt x="9144000" y="915517"/>
                    </a:cubicBezTo>
                    <a:lnTo>
                      <a:pt x="9144000" y="922362"/>
                    </a:lnTo>
                    <a:cubicBezTo>
                      <a:pt x="8895517" y="922362"/>
                      <a:pt x="8895517" y="922362"/>
                      <a:pt x="8895517" y="922362"/>
                    </a:cubicBezTo>
                    <a:cubicBezTo>
                      <a:pt x="8869848" y="922362"/>
                      <a:pt x="8851025" y="941186"/>
                      <a:pt x="8851025" y="966855"/>
                    </a:cubicBezTo>
                    <a:cubicBezTo>
                      <a:pt x="8851025" y="1485363"/>
                      <a:pt x="8851025" y="1485363"/>
                      <a:pt x="8851025" y="1485363"/>
                    </a:cubicBezTo>
                    <a:cubicBezTo>
                      <a:pt x="8851025" y="1512743"/>
                      <a:pt x="8827067" y="1536700"/>
                      <a:pt x="8799687" y="1536700"/>
                    </a:cubicBezTo>
                    <a:cubicBezTo>
                      <a:pt x="7547058" y="1536700"/>
                      <a:pt x="7547058" y="1536700"/>
                      <a:pt x="7547058" y="1536700"/>
                    </a:cubicBezTo>
                    <a:cubicBezTo>
                      <a:pt x="7519678" y="1536700"/>
                      <a:pt x="7495720" y="1512743"/>
                      <a:pt x="7495720" y="1485363"/>
                    </a:cubicBezTo>
                    <a:cubicBezTo>
                      <a:pt x="7495720" y="352517"/>
                      <a:pt x="7495720" y="352517"/>
                      <a:pt x="7495720" y="352517"/>
                    </a:cubicBezTo>
                    <a:cubicBezTo>
                      <a:pt x="7495720" y="328560"/>
                      <a:pt x="7476897" y="308025"/>
                      <a:pt x="7452939" y="308025"/>
                    </a:cubicBezTo>
                    <a:cubicBezTo>
                      <a:pt x="5830681" y="308025"/>
                      <a:pt x="5830681" y="308025"/>
                      <a:pt x="5830681" y="308025"/>
                    </a:cubicBezTo>
                    <a:cubicBezTo>
                      <a:pt x="5806724" y="308025"/>
                      <a:pt x="5786189" y="328560"/>
                      <a:pt x="5786189" y="352517"/>
                    </a:cubicBezTo>
                    <a:cubicBezTo>
                      <a:pt x="5786189" y="884715"/>
                      <a:pt x="5786189" y="884715"/>
                      <a:pt x="5786189" y="884715"/>
                    </a:cubicBezTo>
                    <a:cubicBezTo>
                      <a:pt x="5786189" y="912095"/>
                      <a:pt x="5763943" y="936052"/>
                      <a:pt x="5734852" y="936052"/>
                    </a:cubicBezTo>
                    <a:cubicBezTo>
                      <a:pt x="5123938" y="936052"/>
                      <a:pt x="5123938" y="936052"/>
                      <a:pt x="5123938" y="936052"/>
                    </a:cubicBezTo>
                    <a:cubicBezTo>
                      <a:pt x="5094847" y="936052"/>
                      <a:pt x="5072601" y="912095"/>
                      <a:pt x="5072601" y="884715"/>
                    </a:cubicBezTo>
                    <a:cubicBezTo>
                      <a:pt x="5072601" y="51338"/>
                      <a:pt x="5072601" y="51338"/>
                      <a:pt x="5072601" y="51338"/>
                    </a:cubicBezTo>
                    <a:cubicBezTo>
                      <a:pt x="5072601" y="25669"/>
                      <a:pt x="5052066" y="6845"/>
                      <a:pt x="5028108" y="6845"/>
                    </a:cubicBezTo>
                    <a:cubicBezTo>
                      <a:pt x="2822317" y="6845"/>
                      <a:pt x="2822317" y="6845"/>
                      <a:pt x="2822317" y="6845"/>
                    </a:cubicBezTo>
                    <a:cubicBezTo>
                      <a:pt x="2798359" y="6845"/>
                      <a:pt x="2777825" y="25669"/>
                      <a:pt x="2777825" y="51338"/>
                    </a:cubicBezTo>
                    <a:cubicBezTo>
                      <a:pt x="2777825" y="1276591"/>
                      <a:pt x="2777825" y="1276591"/>
                      <a:pt x="2777825" y="1276591"/>
                    </a:cubicBezTo>
                    <a:cubicBezTo>
                      <a:pt x="2777825" y="1303971"/>
                      <a:pt x="2755578" y="1327928"/>
                      <a:pt x="2726487" y="1327928"/>
                    </a:cubicBezTo>
                    <a:cubicBezTo>
                      <a:pt x="279410" y="1327928"/>
                      <a:pt x="279410" y="1327928"/>
                      <a:pt x="279410" y="1327928"/>
                    </a:cubicBezTo>
                    <a:cubicBezTo>
                      <a:pt x="252030" y="1327928"/>
                      <a:pt x="228073" y="1303971"/>
                      <a:pt x="228073" y="1276591"/>
                    </a:cubicBezTo>
                    <a:cubicBezTo>
                      <a:pt x="228073" y="453481"/>
                      <a:pt x="228073" y="453481"/>
                      <a:pt x="228073" y="453481"/>
                    </a:cubicBezTo>
                    <a:cubicBezTo>
                      <a:pt x="228073" y="427812"/>
                      <a:pt x="207538" y="408988"/>
                      <a:pt x="183580" y="408988"/>
                    </a:cubicBezTo>
                    <a:cubicBezTo>
                      <a:pt x="120092" y="408988"/>
                      <a:pt x="58927" y="408988"/>
                      <a:pt x="0" y="408988"/>
                    </a:cubicBezTo>
                    <a:lnTo>
                      <a:pt x="0" y="402143"/>
                    </a:lnTo>
                    <a:cubicBezTo>
                      <a:pt x="183580" y="402143"/>
                      <a:pt x="183580" y="402143"/>
                      <a:pt x="183580" y="402143"/>
                    </a:cubicBezTo>
                    <a:cubicBezTo>
                      <a:pt x="212672" y="402143"/>
                      <a:pt x="234918" y="424389"/>
                      <a:pt x="234918" y="453481"/>
                    </a:cubicBezTo>
                    <a:cubicBezTo>
                      <a:pt x="234918" y="1276591"/>
                      <a:pt x="234918" y="1276591"/>
                      <a:pt x="234918" y="1276591"/>
                    </a:cubicBezTo>
                    <a:cubicBezTo>
                      <a:pt x="234918" y="1300548"/>
                      <a:pt x="255453" y="1321083"/>
                      <a:pt x="279410" y="1321083"/>
                    </a:cubicBezTo>
                    <a:cubicBezTo>
                      <a:pt x="2726487" y="1321083"/>
                      <a:pt x="2726487" y="1321083"/>
                      <a:pt x="2726487" y="1321083"/>
                    </a:cubicBezTo>
                    <a:cubicBezTo>
                      <a:pt x="2750445" y="1321083"/>
                      <a:pt x="2770980" y="1300548"/>
                      <a:pt x="2770980" y="1276591"/>
                    </a:cubicBezTo>
                    <a:cubicBezTo>
                      <a:pt x="2770980" y="51338"/>
                      <a:pt x="2770980" y="51338"/>
                      <a:pt x="2770980" y="51338"/>
                    </a:cubicBezTo>
                    <a:cubicBezTo>
                      <a:pt x="2770980" y="22246"/>
                      <a:pt x="2794937" y="0"/>
                      <a:pt x="2822317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sv-S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9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v-SE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2" name="Rektangel 13"/>
              <p:cNvSpPr/>
              <p:nvPr/>
            </p:nvSpPr>
            <p:spPr>
              <a:xfrm>
                <a:off x="900907" y="3041048"/>
                <a:ext cx="9144000" cy="1250039"/>
              </a:xfrm>
              <a:custGeom>
                <a:avLst/>
                <a:gdLst/>
                <a:ahLst/>
                <a:cxnLst/>
                <a:rect l="l" t="t" r="r" b="b"/>
                <a:pathLst>
                  <a:path w="9144000" h="1435100">
                    <a:moveTo>
                      <a:pt x="4819337" y="0"/>
                    </a:moveTo>
                    <a:cubicBezTo>
                      <a:pt x="5888863" y="0"/>
                      <a:pt x="5888863" y="0"/>
                      <a:pt x="5888863" y="0"/>
                    </a:cubicBezTo>
                    <a:cubicBezTo>
                      <a:pt x="5917955" y="0"/>
                      <a:pt x="5940201" y="23947"/>
                      <a:pt x="5940201" y="51315"/>
                    </a:cubicBezTo>
                    <a:cubicBezTo>
                      <a:pt x="5940201" y="1228131"/>
                      <a:pt x="5940201" y="1228131"/>
                      <a:pt x="5940201" y="1228131"/>
                    </a:cubicBezTo>
                    <a:cubicBezTo>
                      <a:pt x="5940201" y="1253788"/>
                      <a:pt x="5960736" y="1272604"/>
                      <a:pt x="5984693" y="1272604"/>
                    </a:cubicBezTo>
                    <a:cubicBezTo>
                      <a:pt x="8152838" y="1272604"/>
                      <a:pt x="8152838" y="1272604"/>
                      <a:pt x="8152838" y="1272604"/>
                    </a:cubicBezTo>
                    <a:cubicBezTo>
                      <a:pt x="8176795" y="1272604"/>
                      <a:pt x="8197330" y="1253788"/>
                      <a:pt x="8197330" y="1228131"/>
                    </a:cubicBezTo>
                    <a:cubicBezTo>
                      <a:pt x="8197330" y="256573"/>
                      <a:pt x="8197330" y="256573"/>
                      <a:pt x="8197330" y="256573"/>
                    </a:cubicBezTo>
                    <a:cubicBezTo>
                      <a:pt x="8197330" y="227495"/>
                      <a:pt x="8219576" y="205259"/>
                      <a:pt x="8248667" y="205259"/>
                    </a:cubicBezTo>
                    <a:cubicBezTo>
                      <a:pt x="8970812" y="205259"/>
                      <a:pt x="8970812" y="205259"/>
                      <a:pt x="8970812" y="205259"/>
                    </a:cubicBezTo>
                    <a:cubicBezTo>
                      <a:pt x="8998191" y="205259"/>
                      <a:pt x="9020438" y="227495"/>
                      <a:pt x="9020438" y="256573"/>
                    </a:cubicBezTo>
                    <a:cubicBezTo>
                      <a:pt x="9020438" y="465253"/>
                      <a:pt x="9020438" y="465253"/>
                      <a:pt x="9020438" y="465253"/>
                    </a:cubicBezTo>
                    <a:cubicBezTo>
                      <a:pt x="9020438" y="489200"/>
                      <a:pt x="9040972" y="508015"/>
                      <a:pt x="9064930" y="508015"/>
                    </a:cubicBezTo>
                    <a:lnTo>
                      <a:pt x="9144000" y="508015"/>
                    </a:lnTo>
                    <a:lnTo>
                      <a:pt x="9144000" y="514857"/>
                    </a:lnTo>
                    <a:cubicBezTo>
                      <a:pt x="9064930" y="514857"/>
                      <a:pt x="9064930" y="514857"/>
                      <a:pt x="9064930" y="514857"/>
                    </a:cubicBezTo>
                    <a:cubicBezTo>
                      <a:pt x="9037550" y="514857"/>
                      <a:pt x="9013593" y="492621"/>
                      <a:pt x="9013593" y="465253"/>
                    </a:cubicBezTo>
                    <a:cubicBezTo>
                      <a:pt x="9013593" y="256573"/>
                      <a:pt x="9013593" y="256573"/>
                      <a:pt x="9013593" y="256573"/>
                    </a:cubicBezTo>
                    <a:cubicBezTo>
                      <a:pt x="9013593" y="232627"/>
                      <a:pt x="8994769" y="212101"/>
                      <a:pt x="8970812" y="212101"/>
                    </a:cubicBezTo>
                    <a:cubicBezTo>
                      <a:pt x="8248667" y="212101"/>
                      <a:pt x="8248667" y="212101"/>
                      <a:pt x="8248667" y="212101"/>
                    </a:cubicBezTo>
                    <a:cubicBezTo>
                      <a:pt x="8222998" y="212101"/>
                      <a:pt x="8204175" y="232627"/>
                      <a:pt x="8204175" y="256573"/>
                    </a:cubicBezTo>
                    <a:cubicBezTo>
                      <a:pt x="8204175" y="1228131"/>
                      <a:pt x="8204175" y="1228131"/>
                      <a:pt x="8204175" y="1228131"/>
                    </a:cubicBezTo>
                    <a:cubicBezTo>
                      <a:pt x="8204175" y="1257209"/>
                      <a:pt x="8180217" y="1279446"/>
                      <a:pt x="8152838" y="1279446"/>
                    </a:cubicBezTo>
                    <a:cubicBezTo>
                      <a:pt x="5984693" y="1279446"/>
                      <a:pt x="5984693" y="1279446"/>
                      <a:pt x="5984693" y="1279446"/>
                    </a:cubicBezTo>
                    <a:cubicBezTo>
                      <a:pt x="5957313" y="1279446"/>
                      <a:pt x="5933356" y="1257209"/>
                      <a:pt x="5933356" y="1228131"/>
                    </a:cubicBezTo>
                    <a:cubicBezTo>
                      <a:pt x="5933356" y="51315"/>
                      <a:pt x="5933356" y="51315"/>
                      <a:pt x="5933356" y="51315"/>
                    </a:cubicBezTo>
                    <a:cubicBezTo>
                      <a:pt x="5933356" y="27368"/>
                      <a:pt x="5914532" y="6842"/>
                      <a:pt x="5888863" y="6842"/>
                    </a:cubicBezTo>
                    <a:cubicBezTo>
                      <a:pt x="4819337" y="6842"/>
                      <a:pt x="4819337" y="6842"/>
                      <a:pt x="4819337" y="6842"/>
                    </a:cubicBezTo>
                    <a:cubicBezTo>
                      <a:pt x="4795380" y="6842"/>
                      <a:pt x="4774845" y="27368"/>
                      <a:pt x="4774845" y="51315"/>
                    </a:cubicBezTo>
                    <a:cubicBezTo>
                      <a:pt x="4774845" y="1383786"/>
                      <a:pt x="4774845" y="1383786"/>
                      <a:pt x="4774845" y="1383786"/>
                    </a:cubicBezTo>
                    <a:cubicBezTo>
                      <a:pt x="4774845" y="1412864"/>
                      <a:pt x="4752599" y="1435100"/>
                      <a:pt x="4723507" y="1435100"/>
                    </a:cubicBezTo>
                    <a:cubicBezTo>
                      <a:pt x="3236438" y="1435100"/>
                      <a:pt x="3236438" y="1435100"/>
                      <a:pt x="3236438" y="1435100"/>
                    </a:cubicBezTo>
                    <a:cubicBezTo>
                      <a:pt x="3207346" y="1435100"/>
                      <a:pt x="3185100" y="1412864"/>
                      <a:pt x="3185100" y="1383786"/>
                    </a:cubicBezTo>
                    <a:cubicBezTo>
                      <a:pt x="3185100" y="259994"/>
                      <a:pt x="3185100" y="259994"/>
                      <a:pt x="3185100" y="259994"/>
                    </a:cubicBezTo>
                    <a:cubicBezTo>
                      <a:pt x="3185100" y="236048"/>
                      <a:pt x="3164565" y="215522"/>
                      <a:pt x="3140608" y="215522"/>
                    </a:cubicBezTo>
                    <a:cubicBezTo>
                      <a:pt x="986153" y="215522"/>
                      <a:pt x="986153" y="215522"/>
                      <a:pt x="986153" y="215522"/>
                    </a:cubicBezTo>
                    <a:cubicBezTo>
                      <a:pt x="960485" y="215522"/>
                      <a:pt x="941661" y="236048"/>
                      <a:pt x="941661" y="259994"/>
                    </a:cubicBezTo>
                    <a:cubicBezTo>
                      <a:pt x="941661" y="1079319"/>
                      <a:pt x="941661" y="1079319"/>
                      <a:pt x="941661" y="1079319"/>
                    </a:cubicBezTo>
                    <a:cubicBezTo>
                      <a:pt x="941661" y="1108397"/>
                      <a:pt x="917704" y="1130633"/>
                      <a:pt x="890324" y="1130633"/>
                    </a:cubicBezTo>
                    <a:cubicBezTo>
                      <a:pt x="538949" y="1130633"/>
                      <a:pt x="245341" y="1130633"/>
                      <a:pt x="0" y="1130633"/>
                    </a:cubicBezTo>
                    <a:lnTo>
                      <a:pt x="0" y="1123791"/>
                    </a:lnTo>
                    <a:cubicBezTo>
                      <a:pt x="890324" y="1123791"/>
                      <a:pt x="890324" y="1123791"/>
                      <a:pt x="890324" y="1123791"/>
                    </a:cubicBezTo>
                    <a:cubicBezTo>
                      <a:pt x="914281" y="1123791"/>
                      <a:pt x="934816" y="1103265"/>
                      <a:pt x="934816" y="1079319"/>
                    </a:cubicBezTo>
                    <a:cubicBezTo>
                      <a:pt x="934816" y="259994"/>
                      <a:pt x="934816" y="259994"/>
                      <a:pt x="934816" y="259994"/>
                    </a:cubicBezTo>
                    <a:cubicBezTo>
                      <a:pt x="934816" y="230916"/>
                      <a:pt x="957062" y="208680"/>
                      <a:pt x="986153" y="208680"/>
                    </a:cubicBezTo>
                    <a:cubicBezTo>
                      <a:pt x="3140608" y="208680"/>
                      <a:pt x="3140608" y="208680"/>
                      <a:pt x="3140608" y="208680"/>
                    </a:cubicBezTo>
                    <a:cubicBezTo>
                      <a:pt x="3167988" y="208680"/>
                      <a:pt x="3191945" y="230916"/>
                      <a:pt x="3191945" y="259994"/>
                    </a:cubicBezTo>
                    <a:cubicBezTo>
                      <a:pt x="3191945" y="1383786"/>
                      <a:pt x="3191945" y="1383786"/>
                      <a:pt x="3191945" y="1383786"/>
                    </a:cubicBezTo>
                    <a:cubicBezTo>
                      <a:pt x="3191945" y="1409443"/>
                      <a:pt x="3210769" y="1428258"/>
                      <a:pt x="3236438" y="1428258"/>
                    </a:cubicBezTo>
                    <a:cubicBezTo>
                      <a:pt x="4723507" y="1428258"/>
                      <a:pt x="4723507" y="1428258"/>
                      <a:pt x="4723507" y="1428258"/>
                    </a:cubicBezTo>
                    <a:cubicBezTo>
                      <a:pt x="4749176" y="1428258"/>
                      <a:pt x="4768000" y="1409443"/>
                      <a:pt x="4768000" y="1383786"/>
                    </a:cubicBezTo>
                    <a:cubicBezTo>
                      <a:pt x="4768000" y="51315"/>
                      <a:pt x="4768000" y="51315"/>
                      <a:pt x="4768000" y="51315"/>
                    </a:cubicBezTo>
                    <a:cubicBezTo>
                      <a:pt x="4768000" y="23947"/>
                      <a:pt x="4791957" y="0"/>
                      <a:pt x="4819337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sv-S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9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v-SE" sz="1800" b="0" i="0" u="none" strike="noStrike" kern="1200" cap="none" spc="0" normalizeH="0" baseline="0" noProof="0">
                  <a:ln>
                    <a:solidFill>
                      <a:srgbClr val="1F497D"/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</p:grpSp>
      <p:pic>
        <p:nvPicPr>
          <p:cNvPr id="14" name="Picture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64808"/>
            <a:ext cx="1097280" cy="1097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09725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0">
              <a:srgbClr val="FFFFFF"/>
            </a:gs>
            <a:gs pos="69000">
              <a:srgbClr val="FDFDFD"/>
            </a:gs>
            <a:gs pos="100000">
              <a:schemeClr val="bg2">
                <a:alpha val="50000"/>
              </a:schemeClr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616149"/>
            <a:ext cx="10515600" cy="45507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838200" y="6323905"/>
            <a:ext cx="10515600" cy="0"/>
          </a:xfrm>
          <a:prstGeom prst="line">
            <a:avLst/>
          </a:prstGeom>
          <a:ln w="1905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Placeholder 1"/>
          <p:cNvSpPr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dirty="0"/>
              <a:t>Click to edit Master title style</a:t>
            </a:r>
            <a:endParaRPr lang="es-BO" noProof="0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30" t="11650" r="6449" b="15113"/>
          <a:stretch/>
        </p:blipFill>
        <p:spPr>
          <a:xfrm>
            <a:off x="906186" y="1041144"/>
            <a:ext cx="1158284" cy="34985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456647"/>
            <a:ext cx="1294256" cy="51091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4628" y="364808"/>
            <a:ext cx="619172" cy="619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66802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  <p:sldLayoutId id="2147483695" r:id="rId12"/>
    <p:sldLayoutId id="2147483696" r:id="rId13"/>
    <p:sldLayoutId id="2147483697" r:id="rId14"/>
    <p:sldLayoutId id="2147483698" r:id="rId1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15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 spc="-15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spc="-15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spc="-15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spc="-15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spc="-15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On the (Models) page scroll down and click on (create new model), which will lead you to a new page where you can fill-in the model name (</a:t>
            </a:r>
            <a:r>
              <a:rPr lang="en-US" i="1" dirty="0" err="1"/>
              <a:t>SimpleModel</a:t>
            </a:r>
            <a:r>
              <a:rPr lang="en-US" dirty="0"/>
              <a:t>).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4DE5B-D266-47DA-B86B-5B95BCF9A6FB}" type="slidenum">
              <a:rPr lang="en-US" smtClean="0"/>
              <a:t>1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7112" y="2569257"/>
            <a:ext cx="8337776" cy="378709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a new model in </a:t>
            </a:r>
            <a:r>
              <a:rPr lang="en-US" dirty="0" err="1"/>
              <a:t>MoManI</a:t>
            </a:r>
            <a:endParaRPr lang="fr-F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03/2019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31072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16149"/>
            <a:ext cx="6515912" cy="4550734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Then select the long code equations of OSeMOSYS, by ticking: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Objective function for the long code (</a:t>
            </a:r>
            <a:r>
              <a:rPr lang="en-US" dirty="0" err="1"/>
              <a:t>OFL_Code</a:t>
            </a:r>
            <a:r>
              <a:rPr lang="en-US" dirty="0"/>
              <a:t>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 err="1"/>
              <a:t>Common_Equations</a:t>
            </a:r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 err="1"/>
              <a:t>Long_Code_Equations</a:t>
            </a:r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The required sets, parameters and Variables are then selected automatically.</a:t>
            </a:r>
          </a:p>
          <a:p>
            <a:pPr marL="0" indent="0">
              <a:buNone/>
            </a:pPr>
            <a:r>
              <a:rPr lang="en-US" dirty="0"/>
              <a:t>Remember to click </a:t>
            </a:r>
            <a:r>
              <a:rPr lang="en-US" b="1" dirty="0">
                <a:solidFill>
                  <a:srgbClr val="FF0000"/>
                </a:solidFill>
              </a:rPr>
              <a:t>Save </a:t>
            </a:r>
            <a:r>
              <a:rPr lang="en-US" dirty="0"/>
              <a:t>at the end of the operation!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4DE5B-D266-47DA-B86B-5B95BCF9A6FB}" type="slidenum">
              <a:rPr lang="en-US" smtClean="0"/>
              <a:t>2</a:t>
            </a:fld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4112" y="67751"/>
            <a:ext cx="4637315" cy="6731881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a new model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in </a:t>
            </a:r>
            <a:r>
              <a:rPr lang="en-US" dirty="0" err="1"/>
              <a:t>MoManI</a:t>
            </a:r>
            <a:endParaRPr lang="fr-FR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03/2019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3948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307F840-3895-4BBD-86CA-5845E5AEB1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9344" y="2024743"/>
            <a:ext cx="11493313" cy="3441283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41EEE53-4DFE-4EA9-B36C-A6D49E945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4DE5B-D266-47DA-B86B-5B95BCF9A6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AA0AB17-3EF5-4338-AE6D-B743524F8F41}"/>
              </a:ext>
            </a:extLst>
          </p:cNvPr>
          <p:cNvSpPr/>
          <p:nvPr/>
        </p:nvSpPr>
        <p:spPr>
          <a:xfrm>
            <a:off x="6714309" y="4572000"/>
            <a:ext cx="705394" cy="26125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C3B5AC7-0CEB-4A56-A5E1-FA675FA92276}"/>
              </a:ext>
            </a:extLst>
          </p:cNvPr>
          <p:cNvSpPr/>
          <p:nvPr/>
        </p:nvSpPr>
        <p:spPr>
          <a:xfrm>
            <a:off x="4650376" y="5329646"/>
            <a:ext cx="1319348" cy="4572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2400" b="1" dirty="0" err="1">
                <a:solidFill>
                  <a:schemeClr val="tx1"/>
                </a:solidFill>
              </a:rPr>
              <a:t>Select</a:t>
            </a:r>
            <a:endParaRPr lang="en-GB" b="1" dirty="0">
              <a:solidFill>
                <a:schemeClr val="tx1"/>
              </a:solidFill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BDF9360-03BC-4DD8-8555-3D9BFB47E562}"/>
              </a:ext>
            </a:extLst>
          </p:cNvPr>
          <p:cNvCxnSpPr>
            <a:stCxn id="7" idx="3"/>
            <a:endCxn id="6" idx="2"/>
          </p:cNvCxnSpPr>
          <p:nvPr/>
        </p:nvCxnSpPr>
        <p:spPr>
          <a:xfrm flipV="1">
            <a:off x="5969724" y="4833257"/>
            <a:ext cx="1097282" cy="72498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a new model in </a:t>
            </a:r>
            <a:r>
              <a:rPr lang="en-US" dirty="0" err="1"/>
              <a:t>MoManI</a:t>
            </a:r>
            <a:endParaRPr lang="fr-F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03/2019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64343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Following, we need to enter in the model the following information for the related sets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*</a:t>
            </a:r>
            <a:r>
              <a:rPr lang="en-US" dirty="0" err="1"/>
              <a:t>Timeslices</a:t>
            </a:r>
            <a:r>
              <a:rPr lang="en-US" dirty="0"/>
              <a:t>: SD (Summer Day), SN (Summer Night), WD (Winter Day), WN (Winter Night), ID (Intermediate Day), IN (Intermediate Night)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4DE5B-D266-47DA-B86B-5B95BCF9A6FB}" type="slidenum">
              <a:rPr lang="en-US" smtClean="0"/>
              <a:t>4</a:t>
            </a:fld>
            <a:endParaRPr lang="en-US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643856"/>
              </p:ext>
            </p:extLst>
          </p:nvPr>
        </p:nvGraphicFramePr>
        <p:xfrm>
          <a:off x="2032000" y="2637661"/>
          <a:ext cx="8128000" cy="198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75392416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4288399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sv-SE" sz="2000" dirty="0"/>
                        <a:t>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v-SE" sz="2000" dirty="0" err="1"/>
                        <a:t>Entries</a:t>
                      </a:r>
                      <a:endParaRPr lang="sv-SE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1492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v-SE" sz="2000" dirty="0"/>
                        <a:t>MODE_OF_OPERATION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v-SE" sz="2000" dirty="0"/>
                        <a:t>1, 2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08244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v-SE" sz="2000" dirty="0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v-SE" sz="2000" dirty="0"/>
                        <a:t>SIMPLICITY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08975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v-SE" sz="2000" dirty="0"/>
                        <a:t>TIMESLICE*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v-SE" sz="2000" dirty="0"/>
                        <a:t>SD, SN, WD, WN, ID, 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11779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v-SE" sz="2000" dirty="0"/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v-SE" sz="2000" dirty="0"/>
                        <a:t>2014, 2015, 2016…..2040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2801301"/>
                  </a:ext>
                </a:extLst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a new model in </a:t>
            </a:r>
            <a:r>
              <a:rPr lang="en-US" dirty="0" err="1"/>
              <a:t>MoManI</a:t>
            </a:r>
            <a:endParaRPr lang="fr-F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03/2019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9796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Then, we need to create fuels (Set FUEL) to represent final consumption of electricity (let’s call these </a:t>
            </a:r>
            <a:r>
              <a:rPr lang="en-US" b="1" dirty="0"/>
              <a:t>FEL1</a:t>
            </a:r>
            <a:r>
              <a:rPr lang="en-US" dirty="0"/>
              <a:t> for electricity for already grid connected households and </a:t>
            </a:r>
            <a:r>
              <a:rPr lang="en-US" b="1" dirty="0"/>
              <a:t>FEL2</a:t>
            </a:r>
            <a:r>
              <a:rPr lang="en-US" dirty="0"/>
              <a:t> for demand from future connections)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38200" y="342841"/>
            <a:ext cx="10515600" cy="1116286"/>
          </a:xfrm>
        </p:spPr>
        <p:txBody>
          <a:bodyPr/>
          <a:lstStyle/>
          <a:p>
            <a:r>
              <a:rPr lang="en-US" dirty="0"/>
              <a:t>Defining electricity demand in households</a:t>
            </a:r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4DE5B-D266-47DA-B86B-5B95BCF9A6FB}" type="slidenum">
              <a:rPr lang="en-US" smtClean="0"/>
              <a:t>5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9740" y="2978152"/>
            <a:ext cx="5372520" cy="304926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0E0149C-71EA-4343-990B-BCCE8EAE7323}"/>
              </a:ext>
            </a:extLst>
          </p:cNvPr>
          <p:cNvSpPr txBox="1"/>
          <p:nvPr/>
        </p:nvSpPr>
        <p:spPr>
          <a:xfrm>
            <a:off x="9222377" y="5029200"/>
            <a:ext cx="2508069" cy="998220"/>
          </a:xfrm>
          <a:prstGeom prst="rect">
            <a:avLst/>
          </a:prstGeom>
        </p:spPr>
        <p:txBody>
          <a:bodyPr vert="horz" wrap="square" lIns="91440" tIns="0" rIns="91440" bIns="0" rtlCol="0" anchor="t">
            <a:normAutofit fontScale="92500"/>
          </a:bodyPr>
          <a:lstStyle/>
          <a:p>
            <a:pPr marL="457200" indent="0"/>
            <a:r>
              <a:rPr lang="en-GB" sz="3000" spc="-150" dirty="0"/>
              <a:t>Don’t forget to click </a:t>
            </a:r>
            <a:r>
              <a:rPr lang="en-GB" sz="3000" b="1" spc="-150" dirty="0"/>
              <a:t>’</a:t>
            </a:r>
            <a:r>
              <a:rPr lang="en-GB" sz="3000" b="1" spc="-150" dirty="0">
                <a:solidFill>
                  <a:srgbClr val="FF0000"/>
                </a:solidFill>
              </a:rPr>
              <a:t>Save</a:t>
            </a:r>
            <a:r>
              <a:rPr lang="en-GB" sz="3000" b="1" spc="-150" dirty="0"/>
              <a:t>’!!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03/2019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7709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371C7C5-E73B-4826-9F7A-D3AA8269CA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6149"/>
            <a:ext cx="4243086" cy="4550734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sv-SE" dirty="0" err="1"/>
              <a:t>Now</a:t>
            </a:r>
            <a:r>
              <a:rPr lang="sv-SE" dirty="0"/>
              <a:t> </a:t>
            </a:r>
            <a:r>
              <a:rPr lang="sv-SE" dirty="0" err="1"/>
              <a:t>click</a:t>
            </a:r>
            <a:r>
              <a:rPr lang="sv-SE" dirty="0"/>
              <a:t> </a:t>
            </a:r>
            <a:r>
              <a:rPr lang="sv-SE" b="1" dirty="0"/>
              <a:t>’Back to </a:t>
            </a:r>
            <a:r>
              <a:rPr lang="sv-SE" b="1" dirty="0" err="1"/>
              <a:t>model</a:t>
            </a:r>
            <a:r>
              <a:rPr lang="sv-SE" b="1" dirty="0"/>
              <a:t> list’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sv-SE" dirty="0"/>
              <a:t>In the </a:t>
            </a:r>
            <a:r>
              <a:rPr lang="sv-SE" dirty="0" err="1"/>
              <a:t>model</a:t>
            </a:r>
            <a:r>
              <a:rPr lang="sv-SE" dirty="0"/>
              <a:t> list, </a:t>
            </a:r>
            <a:r>
              <a:rPr lang="sv-SE" dirty="0" err="1"/>
              <a:t>select</a:t>
            </a:r>
            <a:r>
              <a:rPr lang="sv-SE" dirty="0"/>
              <a:t> </a:t>
            </a:r>
            <a:r>
              <a:rPr lang="sv-SE" b="1" dirty="0"/>
              <a:t>’Scenarios’ </a:t>
            </a:r>
            <a:r>
              <a:rPr lang="sv-SE" dirty="0" err="1"/>
              <a:t>of</a:t>
            </a:r>
            <a:r>
              <a:rPr lang="sv-SE" dirty="0"/>
              <a:t> </a:t>
            </a:r>
            <a:r>
              <a:rPr lang="sv-SE" dirty="0" err="1"/>
              <a:t>your</a:t>
            </a:r>
            <a:r>
              <a:rPr lang="sv-SE" dirty="0"/>
              <a:t> </a:t>
            </a:r>
            <a:r>
              <a:rPr lang="sv-SE" dirty="0" err="1"/>
              <a:t>model</a:t>
            </a:r>
            <a:endParaRPr lang="sv-SE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sv-SE" dirty="0" err="1"/>
              <a:t>Here</a:t>
            </a:r>
            <a:r>
              <a:rPr lang="sv-SE" dirty="0"/>
              <a:t> </a:t>
            </a:r>
            <a:r>
              <a:rPr lang="sv-SE" dirty="0" err="1"/>
              <a:t>click</a:t>
            </a:r>
            <a:r>
              <a:rPr lang="sv-SE" dirty="0"/>
              <a:t> on </a:t>
            </a:r>
            <a:r>
              <a:rPr lang="sv-SE" b="1" dirty="0"/>
              <a:t>’</a:t>
            </a:r>
            <a:r>
              <a:rPr lang="sv-SE" b="1" dirty="0" err="1"/>
              <a:t>Enter</a:t>
            </a:r>
            <a:r>
              <a:rPr lang="sv-SE" b="1" dirty="0"/>
              <a:t> data’</a:t>
            </a:r>
            <a:endParaRPr lang="en-GB" b="1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B8D1A17-C2DA-4E4A-9C9D-456800337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4DE5B-D266-47DA-B86B-5B95BCF9A6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D1E4480-B872-4AA2-902D-2FC92F5B81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4831" y="1648593"/>
            <a:ext cx="6108969" cy="2681799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C3388DDB-65A8-48CC-A0A3-D4782629DBDA}"/>
              </a:ext>
            </a:extLst>
          </p:cNvPr>
          <p:cNvSpPr/>
          <p:nvPr/>
        </p:nvSpPr>
        <p:spPr>
          <a:xfrm>
            <a:off x="9174484" y="3662969"/>
            <a:ext cx="705394" cy="26125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Defining electricity demand in households</a:t>
            </a:r>
            <a:endParaRPr lang="fr-F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03/2019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65879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theme/theme1.xml><?xml version="1.0" encoding="utf-8"?>
<a:theme xmlns:a="http://schemas.openxmlformats.org/drawingml/2006/main" name="KTH-OpTIMUS-DFID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2">
      <a:majorFont>
        <a:latin typeface="Calibri Light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0" rIns="91440" bIns="0" rtlCol="0" anchor="t">
        <a:normAutofit fontScale="92500" lnSpcReduction="10000"/>
      </a:bodyPr>
      <a:lstStyle>
        <a:defPPr marL="457200" indent="0">
          <a:defRPr sz="3000" b="1" spc="-150" dirty="0" smtClean="0">
            <a:solidFill>
              <a:schemeClr val="bg2">
                <a:lumMod val="50000"/>
              </a:schemeClr>
            </a:solidFill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KTH-OpTIMUS-DFID" id="{5B0E6882-3D47-487F-9878-64227690030B}" vid="{2A92E980-5079-4447-B359-7EDBAAF2870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7404</TotalTime>
  <Words>273</Words>
  <Application>Microsoft Office PowerPoint</Application>
  <PresentationFormat>Widescreen</PresentationFormat>
  <Paragraphs>50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KTH-OpTIMUS-DFID</vt:lpstr>
      <vt:lpstr>Creating a new model in MoManI</vt:lpstr>
      <vt:lpstr>Creating a new model  in MoManI</vt:lpstr>
      <vt:lpstr>Creating a new model in MoManI</vt:lpstr>
      <vt:lpstr>Creating a new model in MoManI</vt:lpstr>
      <vt:lpstr>Defining electricity demand in households</vt:lpstr>
      <vt:lpstr>Defining electricity demand in households</vt:lpstr>
    </vt:vector>
  </TitlesOfParts>
  <Company>KTH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Ioannis Pappis</dc:creator>
  <cp:lastModifiedBy>Francesco Gardumi</cp:lastModifiedBy>
  <cp:revision>158</cp:revision>
  <dcterms:created xsi:type="dcterms:W3CDTF">2017-06-07T13:22:49Z</dcterms:created>
  <dcterms:modified xsi:type="dcterms:W3CDTF">2020-04-02T16:32:07Z</dcterms:modified>
</cp:coreProperties>
</file>