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302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55" Type="http://customschemas.google.com/relationships/presentationmetadata" Target="meta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5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6"/>
          <p:cNvSpPr txBox="1">
            <a:spLocks noGrp="1"/>
          </p:cNvSpPr>
          <p:nvPr>
            <p:ph type="body" idx="1"/>
          </p:nvPr>
        </p:nvSpPr>
        <p:spPr>
          <a:xfrm>
            <a:off x="838200" y="4592548"/>
            <a:ext cx="10515600" cy="176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 i="1"/>
              <a:t>To correctly reference this work, please use the following: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Taliotis, C., Gardumi, F., Shivakumar, A., Sridharan, V., Ramos, E., Beltramo, A., Henke, H., Rogner, H., Howells, M., 2019. </a:t>
            </a:r>
            <a:r>
              <a:rPr lang="sv-SE" sz="2000" i="1"/>
              <a:t>Electricity supply system in OSeMOSYS III (Wind and Solar Technologies)</a:t>
            </a:r>
            <a:r>
              <a:rPr lang="sv-SE" sz="2000"/>
              <a:t>, KTH-dESA and OpTIMUS.community.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Available at: (URL). [Access date]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DOI:</a:t>
            </a:r>
            <a:endParaRPr sz="2000"/>
          </a:p>
        </p:txBody>
      </p:sp>
      <p:graphicFrame>
        <p:nvGraphicFramePr>
          <p:cNvPr id="718" name="Google Shape;718;p46"/>
          <p:cNvGraphicFramePr/>
          <p:nvPr/>
        </p:nvGraphicFramePr>
        <p:xfrm>
          <a:off x="838200" y="1616149"/>
          <a:ext cx="10515575" cy="302263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2018-06-12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Taliotis, C., Gardumi, F., Shivakumar, A., Sridharan, V., Ramos, E., Beltramo, A., Rogner, H., 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Howells, M., Beltramo, A.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Gardumi, F., Taliotis, 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2019-03-04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Taliotis, C., Gardumi, F., Shivakumar, A., Sridharan, V., Ramos, E., Beltramo, A., Henke, H., Rogner, H., 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Beltramo, A., Henke, H.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9" name="Google Shape;719;p4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720" name="Google Shape;720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03/2019</a:t>
            </a:r>
            <a:endParaRPr/>
          </a:p>
        </p:txBody>
      </p:sp>
      <p:sp>
        <p:nvSpPr>
          <p:cNvPr id="721" name="Google Shape;721;p4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Changelog and Attribution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KTH-OpTIMUS-DFID</vt:lpstr>
      <vt:lpstr>Changelog and Attribution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Changelog and Attribution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2020-04-03T11:43:21Z</dcterms:modified>
</cp:coreProperties>
</file>